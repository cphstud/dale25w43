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6" r:id="rId2"/>
    <p:sldId id="428" r:id="rId3"/>
    <p:sldId id="294" r:id="rId4"/>
    <p:sldId id="266" r:id="rId5"/>
    <p:sldId id="336" r:id="rId6"/>
    <p:sldId id="393" r:id="rId7"/>
    <p:sldId id="427" r:id="rId8"/>
    <p:sldId id="388" r:id="rId9"/>
    <p:sldId id="389" r:id="rId10"/>
    <p:sldId id="377" r:id="rId11"/>
    <p:sldId id="342" r:id="rId12"/>
    <p:sldId id="390" r:id="rId13"/>
    <p:sldId id="417" r:id="rId14"/>
    <p:sldId id="425" r:id="rId15"/>
    <p:sldId id="418" r:id="rId16"/>
    <p:sldId id="264" r:id="rId17"/>
    <p:sldId id="419" r:id="rId18"/>
    <p:sldId id="420" r:id="rId19"/>
    <p:sldId id="397" r:id="rId20"/>
    <p:sldId id="412" r:id="rId21"/>
    <p:sldId id="403" r:id="rId22"/>
    <p:sldId id="398" r:id="rId23"/>
    <p:sldId id="402" r:id="rId24"/>
    <p:sldId id="404" r:id="rId25"/>
    <p:sldId id="405" r:id="rId26"/>
    <p:sldId id="400" r:id="rId27"/>
    <p:sldId id="426" r:id="rId28"/>
    <p:sldId id="406" r:id="rId29"/>
    <p:sldId id="407" r:id="rId30"/>
    <p:sldId id="408" r:id="rId31"/>
    <p:sldId id="421" r:id="rId32"/>
    <p:sldId id="422" r:id="rId33"/>
    <p:sldId id="423" r:id="rId3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11"/>
    <p:restoredTop sz="96327"/>
  </p:normalViewPr>
  <p:slideViewPr>
    <p:cSldViewPr snapToGrid="0">
      <p:cViewPr varScale="1">
        <p:scale>
          <a:sx n="126" d="100"/>
          <a:sy n="126" d="100"/>
        </p:scale>
        <p:origin x="20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9CD9F8-2326-5D47-B0C8-CFEEEEEF33C1}" type="doc">
      <dgm:prSet loTypeId="urn:microsoft.com/office/officeart/2005/8/layout/hProcess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948843C1-8955-974F-BA4F-176036E8EB47}">
      <dgm:prSet phldrT="[Tekst]"/>
      <dgm:spPr/>
      <dgm:t>
        <a:bodyPr/>
        <a:lstStyle/>
        <a:p>
          <a:r>
            <a:rPr lang="da-DK"/>
            <a:t>API</a:t>
          </a:r>
        </a:p>
      </dgm:t>
    </dgm:pt>
    <dgm:pt modelId="{9DA5074F-9381-C140-9B75-E8A824AAC20A}" type="parTrans" cxnId="{D813AA1E-F78F-4D4A-9CE3-26D6F5F6A97B}">
      <dgm:prSet/>
      <dgm:spPr/>
      <dgm:t>
        <a:bodyPr/>
        <a:lstStyle/>
        <a:p>
          <a:endParaRPr lang="da-DK"/>
        </a:p>
      </dgm:t>
    </dgm:pt>
    <dgm:pt modelId="{D7E64AE7-CB09-4C48-BACC-7546AFD69A97}" type="sibTrans" cxnId="{D813AA1E-F78F-4D4A-9CE3-26D6F5F6A97B}">
      <dgm:prSet/>
      <dgm:spPr/>
      <dgm:t>
        <a:bodyPr/>
        <a:lstStyle/>
        <a:p>
          <a:endParaRPr lang="da-DK"/>
        </a:p>
      </dgm:t>
    </dgm:pt>
    <dgm:pt modelId="{081D2C3D-9FA4-CD42-80BE-44C89AECBBA6}">
      <dgm:prSet phldrT="[Tekst]"/>
      <dgm:spPr/>
      <dgm:t>
        <a:bodyPr/>
        <a:lstStyle/>
        <a:p>
          <a:r>
            <a:rPr lang="da-DK" err="1"/>
            <a:t>Opensky</a:t>
          </a:r>
          <a:endParaRPr lang="da-DK"/>
        </a:p>
      </dgm:t>
    </dgm:pt>
    <dgm:pt modelId="{949F25A8-E22D-7143-AC7D-6AC1264767E8}" type="parTrans" cxnId="{51C650B7-CBDE-DB49-B167-A2AAB630F30B}">
      <dgm:prSet/>
      <dgm:spPr/>
      <dgm:t>
        <a:bodyPr/>
        <a:lstStyle/>
        <a:p>
          <a:endParaRPr lang="da-DK"/>
        </a:p>
      </dgm:t>
    </dgm:pt>
    <dgm:pt modelId="{EBC4D9D2-7896-DE48-BB78-5E04EF2DBF6D}" type="sibTrans" cxnId="{51C650B7-CBDE-DB49-B167-A2AAB630F30B}">
      <dgm:prSet/>
      <dgm:spPr/>
      <dgm:t>
        <a:bodyPr/>
        <a:lstStyle/>
        <a:p>
          <a:endParaRPr lang="da-DK"/>
        </a:p>
      </dgm:t>
    </dgm:pt>
    <dgm:pt modelId="{5471E4B6-A873-2147-9DD6-657216F7A6A4}">
      <dgm:prSet/>
      <dgm:spPr/>
      <dgm:t>
        <a:bodyPr/>
        <a:lstStyle/>
        <a:p>
          <a:r>
            <a:rPr lang="da-DK"/>
            <a:t>Opensky case</a:t>
          </a:r>
        </a:p>
      </dgm:t>
    </dgm:pt>
    <dgm:pt modelId="{8D95041B-D7AD-FD40-9515-7E5BCA9A7B3C}" type="parTrans" cxnId="{E82BFAA3-6903-D742-B03A-9F132D554D03}">
      <dgm:prSet/>
      <dgm:spPr/>
      <dgm:t>
        <a:bodyPr/>
        <a:lstStyle/>
        <a:p>
          <a:endParaRPr lang="da-DK"/>
        </a:p>
      </dgm:t>
    </dgm:pt>
    <dgm:pt modelId="{D3DFD461-C1D8-494A-9849-0047F7514DAA}" type="sibTrans" cxnId="{E82BFAA3-6903-D742-B03A-9F132D554D03}">
      <dgm:prSet/>
      <dgm:spPr/>
      <dgm:t>
        <a:bodyPr/>
        <a:lstStyle/>
        <a:p>
          <a:endParaRPr lang="da-DK"/>
        </a:p>
      </dgm:t>
    </dgm:pt>
    <dgm:pt modelId="{8A46CF6A-ADE3-6145-95B6-0D25A5E5D49F}">
      <dgm:prSet/>
      <dgm:spPr/>
      <dgm:t>
        <a:bodyPr/>
        <a:lstStyle/>
        <a:p>
          <a:pPr rtl="0"/>
          <a:endParaRPr lang="da-DK"/>
        </a:p>
      </dgm:t>
    </dgm:pt>
    <dgm:pt modelId="{D3527F18-73BB-0448-B166-F0F0C11F8B4A}" type="parTrans" cxnId="{FEE1E979-01D8-AC43-8E97-0759DEAB1A8D}">
      <dgm:prSet/>
      <dgm:spPr/>
      <dgm:t>
        <a:bodyPr/>
        <a:lstStyle/>
        <a:p>
          <a:endParaRPr lang="da-DK"/>
        </a:p>
      </dgm:t>
    </dgm:pt>
    <dgm:pt modelId="{DD8113B2-A88D-074D-8B17-711AE6695005}" type="sibTrans" cxnId="{FEE1E979-01D8-AC43-8E97-0759DEAB1A8D}">
      <dgm:prSet/>
      <dgm:spPr/>
      <dgm:t>
        <a:bodyPr/>
        <a:lstStyle/>
        <a:p>
          <a:endParaRPr lang="da-DK"/>
        </a:p>
      </dgm:t>
    </dgm:pt>
    <dgm:pt modelId="{7D0192E7-21B2-6141-BE86-B29147601E10}">
      <dgm:prSet/>
      <dgm:spPr/>
      <dgm:t>
        <a:bodyPr/>
        <a:lstStyle/>
        <a:p>
          <a:r>
            <a:rPr lang="da-DK"/>
            <a:t>Fly i Bbox</a:t>
          </a:r>
        </a:p>
      </dgm:t>
    </dgm:pt>
    <dgm:pt modelId="{9ADFFBE0-7EBB-F741-855A-D14FC6C4054D}" type="parTrans" cxnId="{1157012C-9397-F54D-9368-35AD113A821C}">
      <dgm:prSet/>
      <dgm:spPr/>
      <dgm:t>
        <a:bodyPr/>
        <a:lstStyle/>
        <a:p>
          <a:endParaRPr lang="da-DK"/>
        </a:p>
      </dgm:t>
    </dgm:pt>
    <dgm:pt modelId="{2B776E2A-7EEF-D248-A425-4067496C6DF9}" type="sibTrans" cxnId="{1157012C-9397-F54D-9368-35AD113A821C}">
      <dgm:prSet/>
      <dgm:spPr/>
      <dgm:t>
        <a:bodyPr/>
        <a:lstStyle/>
        <a:p>
          <a:endParaRPr lang="da-DK"/>
        </a:p>
      </dgm:t>
    </dgm:pt>
    <dgm:pt modelId="{5D4E6865-5713-9A4F-8B33-FDF42B5513BE}">
      <dgm:prSet phldrT="[Tekst]"/>
      <dgm:spPr/>
      <dgm:t>
        <a:bodyPr/>
        <a:lstStyle/>
        <a:p>
          <a:pPr rtl="0"/>
          <a:r>
            <a:rPr lang="da-DK"/>
            <a:t>WebSiden</a:t>
          </a:r>
        </a:p>
      </dgm:t>
    </dgm:pt>
    <dgm:pt modelId="{47A3B8F1-BD58-394B-8DF2-4E3C50B62A3B}" type="parTrans" cxnId="{20486312-4DA2-2943-BCD2-380EF930D002}">
      <dgm:prSet/>
      <dgm:spPr/>
      <dgm:t>
        <a:bodyPr/>
        <a:lstStyle/>
        <a:p>
          <a:endParaRPr lang="da-DK"/>
        </a:p>
      </dgm:t>
    </dgm:pt>
    <dgm:pt modelId="{B7C87A93-64F6-A04D-BBA0-A697E6D8E90E}" type="sibTrans" cxnId="{20486312-4DA2-2943-BCD2-380EF930D002}">
      <dgm:prSet/>
      <dgm:spPr/>
      <dgm:t>
        <a:bodyPr/>
        <a:lstStyle/>
        <a:p>
          <a:endParaRPr lang="da-DK"/>
        </a:p>
      </dgm:t>
    </dgm:pt>
    <dgm:pt modelId="{E456FB64-4E68-274C-B340-DD4BDC679233}">
      <dgm:prSet phldrT="[Tekst]"/>
      <dgm:spPr/>
      <dgm:t>
        <a:bodyPr/>
        <a:lstStyle/>
        <a:p>
          <a:pPr rtl="0"/>
          <a:r>
            <a:rPr lang="da-DK"/>
            <a:t>SMK</a:t>
          </a:r>
        </a:p>
      </dgm:t>
    </dgm:pt>
    <dgm:pt modelId="{65E3CB95-A0C0-F046-9630-F7AA493DF524}" type="parTrans" cxnId="{639B83E6-BE41-DA43-A940-D098B6ECBD14}">
      <dgm:prSet/>
      <dgm:spPr/>
      <dgm:t>
        <a:bodyPr/>
        <a:lstStyle/>
        <a:p>
          <a:endParaRPr lang="da-DK"/>
        </a:p>
      </dgm:t>
    </dgm:pt>
    <dgm:pt modelId="{4BE479DA-D8D5-534A-BE67-6190F06B5B0C}" type="sibTrans" cxnId="{639B83E6-BE41-DA43-A940-D098B6ECBD14}">
      <dgm:prSet/>
      <dgm:spPr/>
      <dgm:t>
        <a:bodyPr/>
        <a:lstStyle/>
        <a:p>
          <a:endParaRPr lang="da-DK"/>
        </a:p>
      </dgm:t>
    </dgm:pt>
    <dgm:pt modelId="{E85EBFEA-0E7F-C64D-BA06-1AF013012315}">
      <dgm:prSet phldrT="[Tekst]"/>
      <dgm:spPr/>
      <dgm:t>
        <a:bodyPr/>
        <a:lstStyle/>
        <a:p>
          <a:pPr rtl="0"/>
          <a:r>
            <a:rPr lang="da-DK"/>
            <a:t>Intro Retrieval</a:t>
          </a:r>
        </a:p>
      </dgm:t>
    </dgm:pt>
    <dgm:pt modelId="{DEC72C94-329E-1640-A1E3-8AC0AC75D17B}" type="parTrans" cxnId="{A7F129BC-A432-CD41-9F94-157FD3BF4495}">
      <dgm:prSet/>
      <dgm:spPr/>
      <dgm:t>
        <a:bodyPr/>
        <a:lstStyle/>
        <a:p>
          <a:endParaRPr lang="da-DK"/>
        </a:p>
      </dgm:t>
    </dgm:pt>
    <dgm:pt modelId="{67946010-681A-134D-ACC1-DAE7C16EE996}" type="sibTrans" cxnId="{A7F129BC-A432-CD41-9F94-157FD3BF4495}">
      <dgm:prSet/>
      <dgm:spPr/>
      <dgm:t>
        <a:bodyPr/>
        <a:lstStyle/>
        <a:p>
          <a:endParaRPr lang="da-DK"/>
        </a:p>
      </dgm:t>
    </dgm:pt>
    <dgm:pt modelId="{DBE3C7E0-7749-A949-AE47-7DE0759B0B91}">
      <dgm:prSet phldrT="[Tekst]"/>
      <dgm:spPr/>
      <dgm:t>
        <a:bodyPr/>
        <a:lstStyle/>
        <a:p>
          <a:pPr rtl="0"/>
          <a:r>
            <a:rPr lang="da-DK"/>
            <a:t>Protokol</a:t>
          </a:r>
        </a:p>
      </dgm:t>
    </dgm:pt>
    <dgm:pt modelId="{854AFA92-B4C2-9047-829A-63E5FDF7EF46}" type="parTrans" cxnId="{E17E9B62-C9A5-0647-B81C-E5559DFD50E5}">
      <dgm:prSet/>
      <dgm:spPr/>
      <dgm:t>
        <a:bodyPr/>
        <a:lstStyle/>
        <a:p>
          <a:endParaRPr lang="da-DK"/>
        </a:p>
      </dgm:t>
    </dgm:pt>
    <dgm:pt modelId="{3E834A9F-95DF-0144-A5A4-9B55BB0E9C86}" type="sibTrans" cxnId="{E17E9B62-C9A5-0647-B81C-E5559DFD50E5}">
      <dgm:prSet/>
      <dgm:spPr/>
      <dgm:t>
        <a:bodyPr/>
        <a:lstStyle/>
        <a:p>
          <a:endParaRPr lang="da-DK"/>
        </a:p>
      </dgm:t>
    </dgm:pt>
    <dgm:pt modelId="{A37A1FA7-757C-ED49-9C04-03870CB4B7DF}">
      <dgm:prSet phldrT="[Tekst]"/>
      <dgm:spPr/>
      <dgm:t>
        <a:bodyPr/>
        <a:lstStyle/>
        <a:p>
          <a:pPr rtl="0"/>
          <a:r>
            <a:rPr lang="da-DK"/>
            <a:t>JSON</a:t>
          </a:r>
        </a:p>
      </dgm:t>
    </dgm:pt>
    <dgm:pt modelId="{CE24F74D-4472-7E42-BF98-9AF0D6D330BD}" type="parTrans" cxnId="{C3B4702C-FEB1-ED41-8FEF-B23CB1D0B4F0}">
      <dgm:prSet/>
      <dgm:spPr/>
      <dgm:t>
        <a:bodyPr/>
        <a:lstStyle/>
        <a:p>
          <a:endParaRPr lang="da-DK"/>
        </a:p>
      </dgm:t>
    </dgm:pt>
    <dgm:pt modelId="{A31E05A0-7EDD-9147-A223-E3E1A07A6CF9}" type="sibTrans" cxnId="{C3B4702C-FEB1-ED41-8FEF-B23CB1D0B4F0}">
      <dgm:prSet/>
      <dgm:spPr/>
      <dgm:t>
        <a:bodyPr/>
        <a:lstStyle/>
        <a:p>
          <a:endParaRPr lang="da-DK"/>
        </a:p>
      </dgm:t>
    </dgm:pt>
    <dgm:pt modelId="{034E128C-1F62-8047-9681-5EDE3F0C0A8A}">
      <dgm:prSet phldrT="[Tekst]"/>
      <dgm:spPr/>
      <dgm:t>
        <a:bodyPr/>
        <a:lstStyle/>
        <a:p>
          <a:pPr rtl="0"/>
          <a:endParaRPr lang="da-DK"/>
        </a:p>
      </dgm:t>
    </dgm:pt>
    <dgm:pt modelId="{0883D135-0ABA-C24A-BADB-8117B8AFDB51}" type="parTrans" cxnId="{61582774-F0F5-1340-8963-C5EC4D87B152}">
      <dgm:prSet/>
      <dgm:spPr/>
      <dgm:t>
        <a:bodyPr/>
        <a:lstStyle/>
        <a:p>
          <a:endParaRPr lang="da-DK"/>
        </a:p>
      </dgm:t>
    </dgm:pt>
    <dgm:pt modelId="{80A09E55-9104-544D-9AC5-0A5909126177}" type="sibTrans" cxnId="{61582774-F0F5-1340-8963-C5EC4D87B152}">
      <dgm:prSet/>
      <dgm:spPr/>
      <dgm:t>
        <a:bodyPr/>
        <a:lstStyle/>
        <a:p>
          <a:endParaRPr lang="da-DK"/>
        </a:p>
      </dgm:t>
    </dgm:pt>
    <dgm:pt modelId="{B1339589-C3B6-D046-B929-DB7744050D18}">
      <dgm:prSet phldrT="[Tekst]"/>
      <dgm:spPr/>
      <dgm:t>
        <a:bodyPr/>
        <a:lstStyle/>
        <a:p>
          <a:pPr rtl="0"/>
          <a:r>
            <a:rPr lang="da-DK"/>
            <a:t>Endpoints</a:t>
          </a:r>
        </a:p>
      </dgm:t>
    </dgm:pt>
    <dgm:pt modelId="{4109769B-6902-F548-BAB6-FF4D48F44510}" type="parTrans" cxnId="{0352787B-E6E9-7040-B3B7-ADFF85BA73B0}">
      <dgm:prSet/>
      <dgm:spPr/>
      <dgm:t>
        <a:bodyPr/>
        <a:lstStyle/>
        <a:p>
          <a:endParaRPr lang="da-DK"/>
        </a:p>
      </dgm:t>
    </dgm:pt>
    <dgm:pt modelId="{E4245843-E793-D341-A120-A5404237C46E}" type="sibTrans" cxnId="{0352787B-E6E9-7040-B3B7-ADFF85BA73B0}">
      <dgm:prSet/>
      <dgm:spPr/>
      <dgm:t>
        <a:bodyPr/>
        <a:lstStyle/>
        <a:p>
          <a:endParaRPr lang="da-DK"/>
        </a:p>
      </dgm:t>
    </dgm:pt>
    <dgm:pt modelId="{E0337006-E737-4048-B28E-1F2D73BCE733}">
      <dgm:prSet phldrT="[Tekst]"/>
      <dgm:spPr/>
      <dgm:t>
        <a:bodyPr/>
        <a:lstStyle/>
        <a:p>
          <a:pPr rtl="0"/>
          <a:r>
            <a:rPr lang="da-DK"/>
            <a:t> Investigate</a:t>
          </a:r>
        </a:p>
      </dgm:t>
    </dgm:pt>
    <dgm:pt modelId="{AFD75C11-3760-9E45-8E4A-AE39228F047F}" type="parTrans" cxnId="{B4637E52-57F0-EF4B-88EE-4A29CD980B5F}">
      <dgm:prSet/>
      <dgm:spPr/>
      <dgm:t>
        <a:bodyPr/>
        <a:lstStyle/>
        <a:p>
          <a:endParaRPr lang="da-DK"/>
        </a:p>
      </dgm:t>
    </dgm:pt>
    <dgm:pt modelId="{9C4B7DD8-D55C-654C-8EBB-E1D4681AFF83}" type="sibTrans" cxnId="{B4637E52-57F0-EF4B-88EE-4A29CD980B5F}">
      <dgm:prSet/>
      <dgm:spPr/>
      <dgm:t>
        <a:bodyPr/>
        <a:lstStyle/>
        <a:p>
          <a:endParaRPr lang="da-DK"/>
        </a:p>
      </dgm:t>
    </dgm:pt>
    <dgm:pt modelId="{37F16E98-804C-4846-A09A-AE795A435593}">
      <dgm:prSet phldrT="[Tekst]"/>
      <dgm:spPr/>
      <dgm:t>
        <a:bodyPr/>
        <a:lstStyle/>
        <a:p>
          <a:pPr rtl="0"/>
          <a:r>
            <a:rPr lang="da-DK"/>
            <a:t>Øvelse</a:t>
          </a:r>
        </a:p>
      </dgm:t>
    </dgm:pt>
    <dgm:pt modelId="{FC8988F7-C11E-F649-8F8E-D57A48BDB16F}" type="parTrans" cxnId="{B646FA77-5766-914F-A9FA-BF3E9DB85173}">
      <dgm:prSet/>
      <dgm:spPr/>
      <dgm:t>
        <a:bodyPr/>
        <a:lstStyle/>
        <a:p>
          <a:endParaRPr lang="da-DK"/>
        </a:p>
      </dgm:t>
    </dgm:pt>
    <dgm:pt modelId="{68E281EA-C23A-9349-B7C3-214C867B2702}" type="sibTrans" cxnId="{B646FA77-5766-914F-A9FA-BF3E9DB85173}">
      <dgm:prSet/>
      <dgm:spPr/>
      <dgm:t>
        <a:bodyPr/>
        <a:lstStyle/>
        <a:p>
          <a:endParaRPr lang="da-DK"/>
        </a:p>
      </dgm:t>
    </dgm:pt>
    <dgm:pt modelId="{CC2FAC9C-BDF3-9E45-9AF9-3DC5C2528529}">
      <dgm:prSet/>
      <dgm:spPr/>
      <dgm:t>
        <a:bodyPr/>
        <a:lstStyle/>
        <a:p>
          <a:pPr rtl="0"/>
          <a:r>
            <a:rPr lang="da-DK"/>
            <a:t>Cirklende Fly</a:t>
          </a:r>
        </a:p>
      </dgm:t>
    </dgm:pt>
    <dgm:pt modelId="{73DF1500-6416-4248-A19F-5FAAB7EF5A99}" type="parTrans" cxnId="{1B0EC217-8492-0D46-AD78-A774F77703C7}">
      <dgm:prSet/>
      <dgm:spPr/>
      <dgm:t>
        <a:bodyPr/>
        <a:lstStyle/>
        <a:p>
          <a:endParaRPr lang="da-DK"/>
        </a:p>
      </dgm:t>
    </dgm:pt>
    <dgm:pt modelId="{E7ED7681-722A-5E4C-986F-7DCCB9D78564}" type="sibTrans" cxnId="{1B0EC217-8492-0D46-AD78-A774F77703C7}">
      <dgm:prSet/>
      <dgm:spPr/>
      <dgm:t>
        <a:bodyPr/>
        <a:lstStyle/>
        <a:p>
          <a:endParaRPr lang="da-DK"/>
        </a:p>
      </dgm:t>
    </dgm:pt>
    <dgm:pt modelId="{DD80B349-B2A1-F04F-BD32-3F6F4F9214B6}">
      <dgm:prSet phldrT="[Tekst]"/>
      <dgm:spPr/>
      <dgm:t>
        <a:bodyPr/>
        <a:lstStyle/>
        <a:p>
          <a:pPr rtl="0"/>
          <a:r>
            <a:rPr lang="da-DK"/>
            <a:t>Rscript	</a:t>
          </a:r>
        </a:p>
      </dgm:t>
    </dgm:pt>
    <dgm:pt modelId="{B466DDE9-4CB9-1547-A739-41067F791031}" type="parTrans" cxnId="{69438D8F-F51D-BB4A-96C8-F256B4BE131D}">
      <dgm:prSet/>
      <dgm:spPr/>
      <dgm:t>
        <a:bodyPr/>
        <a:lstStyle/>
        <a:p>
          <a:endParaRPr lang="da-DK"/>
        </a:p>
      </dgm:t>
    </dgm:pt>
    <dgm:pt modelId="{7E34CDF8-A0A7-8F45-ACF3-08E67461F75E}" type="sibTrans" cxnId="{69438D8F-F51D-BB4A-96C8-F256B4BE131D}">
      <dgm:prSet/>
      <dgm:spPr/>
      <dgm:t>
        <a:bodyPr/>
        <a:lstStyle/>
        <a:p>
          <a:endParaRPr lang="da-DK"/>
        </a:p>
      </dgm:t>
    </dgm:pt>
    <dgm:pt modelId="{64C606CD-70DD-F547-BF27-426A958B8DF0}">
      <dgm:prSet phldrT="[Tekst]"/>
      <dgm:spPr/>
      <dgm:t>
        <a:bodyPr/>
        <a:lstStyle/>
        <a:p>
          <a:r>
            <a:rPr lang="da-DK"/>
            <a:t>Gitbash</a:t>
          </a:r>
        </a:p>
      </dgm:t>
    </dgm:pt>
    <dgm:pt modelId="{DACF99A5-A77A-AD4F-B27C-C66A9FA1E9E0}" type="parTrans" cxnId="{EEE328F5-D3BB-EE4F-9FD2-B9DBA69BC964}">
      <dgm:prSet/>
      <dgm:spPr/>
      <dgm:t>
        <a:bodyPr/>
        <a:lstStyle/>
        <a:p>
          <a:endParaRPr lang="da-DK"/>
        </a:p>
      </dgm:t>
    </dgm:pt>
    <dgm:pt modelId="{4E8B29B4-D96B-5647-B0FF-2BAFF852D40B}" type="sibTrans" cxnId="{EEE328F5-D3BB-EE4F-9FD2-B9DBA69BC964}">
      <dgm:prSet/>
      <dgm:spPr/>
      <dgm:t>
        <a:bodyPr/>
        <a:lstStyle/>
        <a:p>
          <a:endParaRPr lang="da-DK"/>
        </a:p>
      </dgm:t>
    </dgm:pt>
    <dgm:pt modelId="{20F6B01D-7F3B-AF43-8A87-2C2173B5DCDA}">
      <dgm:prSet phldrT="[Tekst]"/>
      <dgm:spPr/>
      <dgm:t>
        <a:bodyPr/>
        <a:lstStyle/>
        <a:p>
          <a:endParaRPr lang="da-DK"/>
        </a:p>
      </dgm:t>
    </dgm:pt>
    <dgm:pt modelId="{9D035CEC-B33B-4D4F-A58E-3BE5A92F9602}" type="sibTrans" cxnId="{5B8A25C3-4F94-0241-9B1B-AA641EB3EFE5}">
      <dgm:prSet/>
      <dgm:spPr/>
      <dgm:t>
        <a:bodyPr/>
        <a:lstStyle/>
        <a:p>
          <a:endParaRPr lang="da-DK"/>
        </a:p>
      </dgm:t>
    </dgm:pt>
    <dgm:pt modelId="{E2980759-B9D8-0B43-98D7-3C2D58B21DE2}" type="parTrans" cxnId="{5B8A25C3-4F94-0241-9B1B-AA641EB3EFE5}">
      <dgm:prSet/>
      <dgm:spPr/>
      <dgm:t>
        <a:bodyPr/>
        <a:lstStyle/>
        <a:p>
          <a:endParaRPr lang="da-DK"/>
        </a:p>
      </dgm:t>
    </dgm:pt>
    <dgm:pt modelId="{6DC4D729-5D4F-684C-88DD-AB0E22E1469D}">
      <dgm:prSet phldrT="[Tekst]"/>
      <dgm:spPr/>
      <dgm:t>
        <a:bodyPr/>
        <a:lstStyle/>
        <a:p>
          <a:pPr rtl="0"/>
          <a:endParaRPr lang="da-DK"/>
        </a:p>
      </dgm:t>
    </dgm:pt>
    <dgm:pt modelId="{35A7CEEF-DEC1-8049-BE0D-F83FC433E2FF}" type="sibTrans" cxnId="{3C3AD00B-45F8-824A-9C16-B94523B3B046}">
      <dgm:prSet/>
      <dgm:spPr/>
      <dgm:t>
        <a:bodyPr/>
        <a:lstStyle/>
        <a:p>
          <a:endParaRPr lang="da-DK"/>
        </a:p>
      </dgm:t>
    </dgm:pt>
    <dgm:pt modelId="{0F9D9B69-23A7-CA46-AEFD-0732B34ACC90}" type="parTrans" cxnId="{3C3AD00B-45F8-824A-9C16-B94523B3B046}">
      <dgm:prSet/>
      <dgm:spPr/>
      <dgm:t>
        <a:bodyPr/>
        <a:lstStyle/>
        <a:p>
          <a:endParaRPr lang="da-DK"/>
        </a:p>
      </dgm:t>
    </dgm:pt>
    <dgm:pt modelId="{30CB08A6-184A-2848-A542-071DD5D255B8}" type="pres">
      <dgm:prSet presAssocID="{B39CD9F8-2326-5D47-B0C8-CFEEEEEF33C1}" presName="theList" presStyleCnt="0">
        <dgm:presLayoutVars>
          <dgm:dir/>
          <dgm:animLvl val="lvl"/>
          <dgm:resizeHandles val="exact"/>
        </dgm:presLayoutVars>
      </dgm:prSet>
      <dgm:spPr/>
    </dgm:pt>
    <dgm:pt modelId="{CA32EB3E-6108-6949-B19D-251D636A9C23}" type="pres">
      <dgm:prSet presAssocID="{948843C1-8955-974F-BA4F-176036E8EB47}" presName="compNode" presStyleCnt="0"/>
      <dgm:spPr/>
    </dgm:pt>
    <dgm:pt modelId="{9633F26E-35EF-EB4C-A617-D69A58CEFD7C}" type="pres">
      <dgm:prSet presAssocID="{948843C1-8955-974F-BA4F-176036E8EB47}" presName="noGeometry" presStyleCnt="0"/>
      <dgm:spPr/>
    </dgm:pt>
    <dgm:pt modelId="{EC8A423C-7810-AA4F-8CB2-B6079EA2577D}" type="pres">
      <dgm:prSet presAssocID="{948843C1-8955-974F-BA4F-176036E8EB47}" presName="childTextVisible" presStyleLbl="bgAccFollowNode1" presStyleIdx="0" presStyleCnt="3">
        <dgm:presLayoutVars>
          <dgm:bulletEnabled val="1"/>
        </dgm:presLayoutVars>
      </dgm:prSet>
      <dgm:spPr/>
    </dgm:pt>
    <dgm:pt modelId="{DC4F94FD-5A97-7D4B-9EC5-C635EC9CD266}" type="pres">
      <dgm:prSet presAssocID="{948843C1-8955-974F-BA4F-176036E8EB47}" presName="childTextHidden" presStyleLbl="bgAccFollowNode1" presStyleIdx="0" presStyleCnt="3"/>
      <dgm:spPr/>
    </dgm:pt>
    <dgm:pt modelId="{BC019581-49A0-2940-8EAB-D3495D16EBE4}" type="pres">
      <dgm:prSet presAssocID="{948843C1-8955-974F-BA4F-176036E8EB4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3F124843-34D8-8043-B16D-1A8DB9F7D75B}" type="pres">
      <dgm:prSet presAssocID="{948843C1-8955-974F-BA4F-176036E8EB47}" presName="aSpace" presStyleCnt="0"/>
      <dgm:spPr/>
    </dgm:pt>
    <dgm:pt modelId="{A2908C6B-BADF-E84B-9BCE-4FE9CFA7ADAA}" type="pres">
      <dgm:prSet presAssocID="{081D2C3D-9FA4-CD42-80BE-44C89AECBBA6}" presName="compNode" presStyleCnt="0"/>
      <dgm:spPr/>
    </dgm:pt>
    <dgm:pt modelId="{04126A3C-B815-6548-AB87-A1F9C06030EB}" type="pres">
      <dgm:prSet presAssocID="{081D2C3D-9FA4-CD42-80BE-44C89AECBBA6}" presName="noGeometry" presStyleCnt="0"/>
      <dgm:spPr/>
    </dgm:pt>
    <dgm:pt modelId="{E87B15AA-58E7-5D4D-B9BE-3FF18446C662}" type="pres">
      <dgm:prSet presAssocID="{081D2C3D-9FA4-CD42-80BE-44C89AECBBA6}" presName="childTextVisible" presStyleLbl="bgAccFollowNode1" presStyleIdx="1" presStyleCnt="3">
        <dgm:presLayoutVars>
          <dgm:bulletEnabled val="1"/>
        </dgm:presLayoutVars>
      </dgm:prSet>
      <dgm:spPr/>
    </dgm:pt>
    <dgm:pt modelId="{E4E42089-A0B1-834C-AB33-E15230030FED}" type="pres">
      <dgm:prSet presAssocID="{081D2C3D-9FA4-CD42-80BE-44C89AECBBA6}" presName="childTextHidden" presStyleLbl="bgAccFollowNode1" presStyleIdx="1" presStyleCnt="3"/>
      <dgm:spPr/>
    </dgm:pt>
    <dgm:pt modelId="{D42C9280-6BBC-2B44-97CF-AADD361BE30A}" type="pres">
      <dgm:prSet presAssocID="{081D2C3D-9FA4-CD42-80BE-44C89AECBBA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F0CE9F8-1E68-464C-B170-A38235D2A5D4}" type="pres">
      <dgm:prSet presAssocID="{081D2C3D-9FA4-CD42-80BE-44C89AECBBA6}" presName="aSpace" presStyleCnt="0"/>
      <dgm:spPr/>
    </dgm:pt>
    <dgm:pt modelId="{F145C6E0-10EF-C846-B480-DA0F88C4F096}" type="pres">
      <dgm:prSet presAssocID="{5471E4B6-A873-2147-9DD6-657216F7A6A4}" presName="compNode" presStyleCnt="0"/>
      <dgm:spPr/>
    </dgm:pt>
    <dgm:pt modelId="{1BB17400-0CCF-634C-B866-E732C0909639}" type="pres">
      <dgm:prSet presAssocID="{5471E4B6-A873-2147-9DD6-657216F7A6A4}" presName="noGeometry" presStyleCnt="0"/>
      <dgm:spPr/>
    </dgm:pt>
    <dgm:pt modelId="{1BC56BEF-140D-3447-8D6A-3A0D68E581FA}" type="pres">
      <dgm:prSet presAssocID="{5471E4B6-A873-2147-9DD6-657216F7A6A4}" presName="childTextVisible" presStyleLbl="bgAccFollowNode1" presStyleIdx="2" presStyleCnt="3">
        <dgm:presLayoutVars>
          <dgm:bulletEnabled val="1"/>
        </dgm:presLayoutVars>
      </dgm:prSet>
      <dgm:spPr/>
    </dgm:pt>
    <dgm:pt modelId="{301E6557-716B-334B-9FB4-432D69F77020}" type="pres">
      <dgm:prSet presAssocID="{5471E4B6-A873-2147-9DD6-657216F7A6A4}" presName="childTextHidden" presStyleLbl="bgAccFollowNode1" presStyleIdx="2" presStyleCnt="3"/>
      <dgm:spPr/>
    </dgm:pt>
    <dgm:pt modelId="{5FAE0CFD-28A5-8844-9555-B3A73FFD8C8B}" type="pres">
      <dgm:prSet presAssocID="{5471E4B6-A873-2147-9DD6-657216F7A6A4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7C139706-9BA6-F743-B387-0B77EFDD563C}" type="presOf" srcId="{DD80B349-B2A1-F04F-BD32-3F6F4F9214B6}" destId="{E4E42089-A0B1-834C-AB33-E15230030FED}" srcOrd="1" destOrd="4" presId="urn:microsoft.com/office/officeart/2005/8/layout/hProcess6"/>
    <dgm:cxn modelId="{3C3AD00B-45F8-824A-9C16-B94523B3B046}" srcId="{948843C1-8955-974F-BA4F-176036E8EB47}" destId="{6DC4D729-5D4F-684C-88DD-AB0E22E1469D}" srcOrd="1" destOrd="0" parTransId="{0F9D9B69-23A7-CA46-AEFD-0732B34ACC90}" sibTransId="{35A7CEEF-DEC1-8049-BE0D-F83FC433E2FF}"/>
    <dgm:cxn modelId="{19A31A0D-F37D-184B-A228-760C506314BA}" type="presOf" srcId="{CC2FAC9C-BDF3-9E45-9AF9-3DC5C2528529}" destId="{301E6557-716B-334B-9FB4-432D69F77020}" srcOrd="1" destOrd="2" presId="urn:microsoft.com/office/officeart/2005/8/layout/hProcess6"/>
    <dgm:cxn modelId="{ABEB1410-D6E0-5744-95C9-B4342BBA4938}" type="presOf" srcId="{E85EBFEA-0E7F-C64D-BA06-1AF013012315}" destId="{DC4F94FD-5A97-7D4B-9EC5-C635EC9CD266}" srcOrd="1" destOrd="2" presId="urn:microsoft.com/office/officeart/2005/8/layout/hProcess6"/>
    <dgm:cxn modelId="{20486312-4DA2-2943-BCD2-380EF930D002}" srcId="{081D2C3D-9FA4-CD42-80BE-44C89AECBBA6}" destId="{5D4E6865-5713-9A4F-8B33-FDF42B5513BE}" srcOrd="0" destOrd="0" parTransId="{47A3B8F1-BD58-394B-8DF2-4E3C50B62A3B}" sibTransId="{B7C87A93-64F6-A04D-BBA0-A697E6D8E90E}"/>
    <dgm:cxn modelId="{000C0114-4722-724A-B5C4-A38407A5781B}" type="presOf" srcId="{A37A1FA7-757C-ED49-9C04-03870CB4B7DF}" destId="{EC8A423C-7810-AA4F-8CB2-B6079EA2577D}" srcOrd="0" destOrd="6" presId="urn:microsoft.com/office/officeart/2005/8/layout/hProcess6"/>
    <dgm:cxn modelId="{1B0EC217-8492-0D46-AD78-A774F77703C7}" srcId="{5471E4B6-A873-2147-9DD6-657216F7A6A4}" destId="{CC2FAC9C-BDF3-9E45-9AF9-3DC5C2528529}" srcOrd="2" destOrd="0" parTransId="{73DF1500-6416-4248-A19F-5FAAB7EF5A99}" sibTransId="{E7ED7681-722A-5E4C-986F-7DCCB9D78564}"/>
    <dgm:cxn modelId="{D813AA1E-F78F-4D4A-9CE3-26D6F5F6A97B}" srcId="{B39CD9F8-2326-5D47-B0C8-CFEEEEEF33C1}" destId="{948843C1-8955-974F-BA4F-176036E8EB47}" srcOrd="0" destOrd="0" parTransId="{9DA5074F-9381-C140-9B75-E8A824AAC20A}" sibTransId="{D7E64AE7-CB09-4C48-BACC-7546AFD69A97}"/>
    <dgm:cxn modelId="{7541F61F-2824-844C-807A-0BEC904D7B40}" type="presOf" srcId="{B39CD9F8-2326-5D47-B0C8-CFEEEEEF33C1}" destId="{30CB08A6-184A-2848-A542-071DD5D255B8}" srcOrd="0" destOrd="0" presId="urn:microsoft.com/office/officeart/2005/8/layout/hProcess6"/>
    <dgm:cxn modelId="{8978FB28-2B5E-0648-8CF8-DED8AF707572}" type="presOf" srcId="{6DC4D729-5D4F-684C-88DD-AB0E22E1469D}" destId="{DC4F94FD-5A97-7D4B-9EC5-C635EC9CD266}" srcOrd="1" destOrd="1" presId="urn:microsoft.com/office/officeart/2005/8/layout/hProcess6"/>
    <dgm:cxn modelId="{1157012C-9397-F54D-9368-35AD113A821C}" srcId="{5471E4B6-A873-2147-9DD6-657216F7A6A4}" destId="{7D0192E7-21B2-6141-BE86-B29147601E10}" srcOrd="1" destOrd="0" parTransId="{9ADFFBE0-7EBB-F741-855A-D14FC6C4054D}" sibTransId="{2B776E2A-7EEF-D248-A425-4067496C6DF9}"/>
    <dgm:cxn modelId="{C3B4702C-FEB1-ED41-8FEF-B23CB1D0B4F0}" srcId="{948843C1-8955-974F-BA4F-176036E8EB47}" destId="{A37A1FA7-757C-ED49-9C04-03870CB4B7DF}" srcOrd="6" destOrd="0" parTransId="{CE24F74D-4472-7E42-BF98-9AF0D6D330BD}" sibTransId="{A31E05A0-7EDD-9147-A223-E3E1A07A6CF9}"/>
    <dgm:cxn modelId="{3ED9102D-5F03-FE48-9A0D-5B926BA895D5}" type="presOf" srcId="{7D0192E7-21B2-6141-BE86-B29147601E10}" destId="{301E6557-716B-334B-9FB4-432D69F77020}" srcOrd="1" destOrd="1" presId="urn:microsoft.com/office/officeart/2005/8/layout/hProcess6"/>
    <dgm:cxn modelId="{ED48BC2E-3D36-2E4A-8F5D-BDC277F4EDBB}" type="presOf" srcId="{DD80B349-B2A1-F04F-BD32-3F6F4F9214B6}" destId="{E87B15AA-58E7-5D4D-B9BE-3FF18446C662}" srcOrd="0" destOrd="4" presId="urn:microsoft.com/office/officeart/2005/8/layout/hProcess6"/>
    <dgm:cxn modelId="{49A55C2F-A7C9-E44C-836D-997F1045DF00}" type="presOf" srcId="{8A46CF6A-ADE3-6145-95B6-0D25A5E5D49F}" destId="{301E6557-716B-334B-9FB4-432D69F77020}" srcOrd="1" destOrd="0" presId="urn:microsoft.com/office/officeart/2005/8/layout/hProcess6"/>
    <dgm:cxn modelId="{D8510235-7B0C-B74E-8650-5716E82ABDE0}" type="presOf" srcId="{081D2C3D-9FA4-CD42-80BE-44C89AECBBA6}" destId="{D42C9280-6BBC-2B44-97CF-AADD361BE30A}" srcOrd="0" destOrd="0" presId="urn:microsoft.com/office/officeart/2005/8/layout/hProcess6"/>
    <dgm:cxn modelId="{29482F36-A0A0-AE4B-A0CB-461F198A5ADF}" type="presOf" srcId="{B1339589-C3B6-D046-B929-DB7744050D18}" destId="{E4E42089-A0B1-834C-AB33-E15230030FED}" srcOrd="1" destOrd="1" presId="urn:microsoft.com/office/officeart/2005/8/layout/hProcess6"/>
    <dgm:cxn modelId="{71EF783D-47DF-504E-ABEF-F6237ECE7202}" type="presOf" srcId="{E85EBFEA-0E7F-C64D-BA06-1AF013012315}" destId="{EC8A423C-7810-AA4F-8CB2-B6079EA2577D}" srcOrd="0" destOrd="2" presId="urn:microsoft.com/office/officeart/2005/8/layout/hProcess6"/>
    <dgm:cxn modelId="{D887F23F-65D1-6D4C-8AC0-46DC284D02CB}" type="presOf" srcId="{8A46CF6A-ADE3-6145-95B6-0D25A5E5D49F}" destId="{1BC56BEF-140D-3447-8D6A-3A0D68E581FA}" srcOrd="0" destOrd="0" presId="urn:microsoft.com/office/officeart/2005/8/layout/hProcess6"/>
    <dgm:cxn modelId="{8D8A0748-3732-8F42-A44F-13CB013D606F}" type="presOf" srcId="{948843C1-8955-974F-BA4F-176036E8EB47}" destId="{BC019581-49A0-2940-8EAB-D3495D16EBE4}" srcOrd="0" destOrd="0" presId="urn:microsoft.com/office/officeart/2005/8/layout/hProcess6"/>
    <dgm:cxn modelId="{43307751-A6AA-FE4A-A2B5-3405BD1330FF}" type="presOf" srcId="{034E128C-1F62-8047-9681-5EDE3F0C0A8A}" destId="{E87B15AA-58E7-5D4D-B9BE-3FF18446C662}" srcOrd="0" destOrd="5" presId="urn:microsoft.com/office/officeart/2005/8/layout/hProcess6"/>
    <dgm:cxn modelId="{B4637E52-57F0-EF4B-88EE-4A29CD980B5F}" srcId="{081D2C3D-9FA4-CD42-80BE-44C89AECBBA6}" destId="{E0337006-E737-4048-B28E-1F2D73BCE733}" srcOrd="2" destOrd="0" parTransId="{AFD75C11-3760-9E45-8E4A-AE39228F047F}" sibTransId="{9C4B7DD8-D55C-654C-8EBB-E1D4681AFF83}"/>
    <dgm:cxn modelId="{C652AD5C-B5A0-5549-A915-F5B39377EBDD}" type="presOf" srcId="{CC2FAC9C-BDF3-9E45-9AF9-3DC5C2528529}" destId="{1BC56BEF-140D-3447-8D6A-3A0D68E581FA}" srcOrd="0" destOrd="2" presId="urn:microsoft.com/office/officeart/2005/8/layout/hProcess6"/>
    <dgm:cxn modelId="{E17E9B62-C9A5-0647-B81C-E5559DFD50E5}" srcId="{948843C1-8955-974F-BA4F-176036E8EB47}" destId="{DBE3C7E0-7749-A949-AE47-7DE0759B0B91}" srcOrd="5" destOrd="0" parTransId="{854AFA92-B4C2-9047-829A-63E5FDF7EF46}" sibTransId="{3E834A9F-95DF-0144-A5A4-9B55BB0E9C86}"/>
    <dgm:cxn modelId="{AF209C65-8083-A74A-B317-FF6BE1A8F99C}" type="presOf" srcId="{E0337006-E737-4048-B28E-1F2D73BCE733}" destId="{E87B15AA-58E7-5D4D-B9BE-3FF18446C662}" srcOrd="0" destOrd="2" presId="urn:microsoft.com/office/officeart/2005/8/layout/hProcess6"/>
    <dgm:cxn modelId="{A1CFB165-069D-034D-A314-4E08CF40EBEC}" type="presOf" srcId="{5471E4B6-A873-2147-9DD6-657216F7A6A4}" destId="{5FAE0CFD-28A5-8844-9555-B3A73FFD8C8B}" srcOrd="0" destOrd="0" presId="urn:microsoft.com/office/officeart/2005/8/layout/hProcess6"/>
    <dgm:cxn modelId="{4D043A70-AE49-D144-AFAC-F4D64EF4AA3B}" type="presOf" srcId="{64C606CD-70DD-F547-BF27-426A958B8DF0}" destId="{EC8A423C-7810-AA4F-8CB2-B6079EA2577D}" srcOrd="0" destOrd="3" presId="urn:microsoft.com/office/officeart/2005/8/layout/hProcess6"/>
    <dgm:cxn modelId="{61582774-F0F5-1340-8963-C5EC4D87B152}" srcId="{081D2C3D-9FA4-CD42-80BE-44C89AECBBA6}" destId="{034E128C-1F62-8047-9681-5EDE3F0C0A8A}" srcOrd="5" destOrd="0" parTransId="{0883D135-0ABA-C24A-BADB-8117B8AFDB51}" sibTransId="{80A09E55-9104-544D-9AC5-0A5909126177}"/>
    <dgm:cxn modelId="{B646FA77-5766-914F-A9FA-BF3E9DB85173}" srcId="{081D2C3D-9FA4-CD42-80BE-44C89AECBBA6}" destId="{37F16E98-804C-4846-A09A-AE795A435593}" srcOrd="3" destOrd="0" parTransId="{FC8988F7-C11E-F649-8F8E-D57A48BDB16F}" sibTransId="{68E281EA-C23A-9349-B7C3-214C867B2702}"/>
    <dgm:cxn modelId="{FEE1E979-01D8-AC43-8E97-0759DEAB1A8D}" srcId="{5471E4B6-A873-2147-9DD6-657216F7A6A4}" destId="{8A46CF6A-ADE3-6145-95B6-0D25A5E5D49F}" srcOrd="0" destOrd="0" parTransId="{D3527F18-73BB-0448-B166-F0F0C11F8B4A}" sibTransId="{DD8113B2-A88D-074D-8B17-711AE6695005}"/>
    <dgm:cxn modelId="{0352787B-E6E9-7040-B3B7-ADFF85BA73B0}" srcId="{081D2C3D-9FA4-CD42-80BE-44C89AECBBA6}" destId="{B1339589-C3B6-D046-B929-DB7744050D18}" srcOrd="1" destOrd="0" parTransId="{4109769B-6902-F548-BAB6-FF4D48F44510}" sibTransId="{E4245843-E793-D341-A120-A5404237C46E}"/>
    <dgm:cxn modelId="{0662417C-EA8C-C543-B096-CF547210E168}" type="presOf" srcId="{37F16E98-804C-4846-A09A-AE795A435593}" destId="{E87B15AA-58E7-5D4D-B9BE-3FF18446C662}" srcOrd="0" destOrd="3" presId="urn:microsoft.com/office/officeart/2005/8/layout/hProcess6"/>
    <dgm:cxn modelId="{6DF36188-570F-0548-B27F-99591D9563E6}" type="presOf" srcId="{37F16E98-804C-4846-A09A-AE795A435593}" destId="{E4E42089-A0B1-834C-AB33-E15230030FED}" srcOrd="1" destOrd="3" presId="urn:microsoft.com/office/officeart/2005/8/layout/hProcess6"/>
    <dgm:cxn modelId="{69438D8F-F51D-BB4A-96C8-F256B4BE131D}" srcId="{081D2C3D-9FA4-CD42-80BE-44C89AECBBA6}" destId="{DD80B349-B2A1-F04F-BD32-3F6F4F9214B6}" srcOrd="4" destOrd="0" parTransId="{B466DDE9-4CB9-1547-A739-41067F791031}" sibTransId="{7E34CDF8-A0A7-8F45-ACF3-08E67461F75E}"/>
    <dgm:cxn modelId="{2DC5E093-168D-8C42-8586-946E1F13641D}" type="presOf" srcId="{DBE3C7E0-7749-A949-AE47-7DE0759B0B91}" destId="{DC4F94FD-5A97-7D4B-9EC5-C635EC9CD266}" srcOrd="1" destOrd="5" presId="urn:microsoft.com/office/officeart/2005/8/layout/hProcess6"/>
    <dgm:cxn modelId="{F07BBB9A-2AA7-284D-8546-5E805324247D}" type="presOf" srcId="{E456FB64-4E68-274C-B340-DD4BDC679233}" destId="{DC4F94FD-5A97-7D4B-9EC5-C635EC9CD266}" srcOrd="1" destOrd="4" presId="urn:microsoft.com/office/officeart/2005/8/layout/hProcess6"/>
    <dgm:cxn modelId="{E82BFAA3-6903-D742-B03A-9F132D554D03}" srcId="{B39CD9F8-2326-5D47-B0C8-CFEEEEEF33C1}" destId="{5471E4B6-A873-2147-9DD6-657216F7A6A4}" srcOrd="2" destOrd="0" parTransId="{8D95041B-D7AD-FD40-9515-7E5BCA9A7B3C}" sibTransId="{D3DFD461-C1D8-494A-9849-0047F7514DAA}"/>
    <dgm:cxn modelId="{8268F1A9-BF06-4F45-A2F9-6A9F03180D31}" type="presOf" srcId="{5D4E6865-5713-9A4F-8B33-FDF42B5513BE}" destId="{E87B15AA-58E7-5D4D-B9BE-3FF18446C662}" srcOrd="0" destOrd="0" presId="urn:microsoft.com/office/officeart/2005/8/layout/hProcess6"/>
    <dgm:cxn modelId="{51C650B7-CBDE-DB49-B167-A2AAB630F30B}" srcId="{B39CD9F8-2326-5D47-B0C8-CFEEEEEF33C1}" destId="{081D2C3D-9FA4-CD42-80BE-44C89AECBBA6}" srcOrd="1" destOrd="0" parTransId="{949F25A8-E22D-7143-AC7D-6AC1264767E8}" sibTransId="{EBC4D9D2-7896-DE48-BB78-5E04EF2DBF6D}"/>
    <dgm:cxn modelId="{C266E8B7-05D0-5843-921B-6662B1EA3C96}" type="presOf" srcId="{20F6B01D-7F3B-AF43-8A87-2C2173B5DCDA}" destId="{EC8A423C-7810-AA4F-8CB2-B6079EA2577D}" srcOrd="0" destOrd="0" presId="urn:microsoft.com/office/officeart/2005/8/layout/hProcess6"/>
    <dgm:cxn modelId="{0D79D4BB-0D19-3145-8071-5CB92770BEF9}" type="presOf" srcId="{6DC4D729-5D4F-684C-88DD-AB0E22E1469D}" destId="{EC8A423C-7810-AA4F-8CB2-B6079EA2577D}" srcOrd="0" destOrd="1" presId="urn:microsoft.com/office/officeart/2005/8/layout/hProcess6"/>
    <dgm:cxn modelId="{A7F129BC-A432-CD41-9F94-157FD3BF4495}" srcId="{948843C1-8955-974F-BA4F-176036E8EB47}" destId="{E85EBFEA-0E7F-C64D-BA06-1AF013012315}" srcOrd="2" destOrd="0" parTransId="{DEC72C94-329E-1640-A1E3-8AC0AC75D17B}" sibTransId="{67946010-681A-134D-ACC1-DAE7C16EE996}"/>
    <dgm:cxn modelId="{535EC2C1-B2ED-6B48-AFA6-E17B65A31ABF}" type="presOf" srcId="{034E128C-1F62-8047-9681-5EDE3F0C0A8A}" destId="{E4E42089-A0B1-834C-AB33-E15230030FED}" srcOrd="1" destOrd="5" presId="urn:microsoft.com/office/officeart/2005/8/layout/hProcess6"/>
    <dgm:cxn modelId="{12F8BCC2-B6BA-6841-B8F1-0855D8E07E66}" type="presOf" srcId="{DBE3C7E0-7749-A949-AE47-7DE0759B0B91}" destId="{EC8A423C-7810-AA4F-8CB2-B6079EA2577D}" srcOrd="0" destOrd="5" presId="urn:microsoft.com/office/officeart/2005/8/layout/hProcess6"/>
    <dgm:cxn modelId="{5B8A25C3-4F94-0241-9B1B-AA641EB3EFE5}" srcId="{948843C1-8955-974F-BA4F-176036E8EB47}" destId="{20F6B01D-7F3B-AF43-8A87-2C2173B5DCDA}" srcOrd="0" destOrd="0" parTransId="{E2980759-B9D8-0B43-98D7-3C2D58B21DE2}" sibTransId="{9D035CEC-B33B-4D4F-A58E-3BE5A92F9602}"/>
    <dgm:cxn modelId="{919A66CD-4B67-784B-BB02-C416C4F520CC}" type="presOf" srcId="{A37A1FA7-757C-ED49-9C04-03870CB4B7DF}" destId="{DC4F94FD-5A97-7D4B-9EC5-C635EC9CD266}" srcOrd="1" destOrd="6" presId="urn:microsoft.com/office/officeart/2005/8/layout/hProcess6"/>
    <dgm:cxn modelId="{10C74CD0-F603-C647-A7D1-597EF862F772}" type="presOf" srcId="{E456FB64-4E68-274C-B340-DD4BDC679233}" destId="{EC8A423C-7810-AA4F-8CB2-B6079EA2577D}" srcOrd="0" destOrd="4" presId="urn:microsoft.com/office/officeart/2005/8/layout/hProcess6"/>
    <dgm:cxn modelId="{4C0D2AD1-33FA-654B-BCE3-840D24260A7C}" type="presOf" srcId="{E0337006-E737-4048-B28E-1F2D73BCE733}" destId="{E4E42089-A0B1-834C-AB33-E15230030FED}" srcOrd="1" destOrd="2" presId="urn:microsoft.com/office/officeart/2005/8/layout/hProcess6"/>
    <dgm:cxn modelId="{993E9AD9-88B4-094D-A35D-9A2584150189}" type="presOf" srcId="{B1339589-C3B6-D046-B929-DB7744050D18}" destId="{E87B15AA-58E7-5D4D-B9BE-3FF18446C662}" srcOrd="0" destOrd="1" presId="urn:microsoft.com/office/officeart/2005/8/layout/hProcess6"/>
    <dgm:cxn modelId="{E97CA6DA-4D1B-8542-836B-844347674705}" type="presOf" srcId="{5D4E6865-5713-9A4F-8B33-FDF42B5513BE}" destId="{E4E42089-A0B1-834C-AB33-E15230030FED}" srcOrd="1" destOrd="0" presId="urn:microsoft.com/office/officeart/2005/8/layout/hProcess6"/>
    <dgm:cxn modelId="{639B83E6-BE41-DA43-A940-D098B6ECBD14}" srcId="{948843C1-8955-974F-BA4F-176036E8EB47}" destId="{E456FB64-4E68-274C-B340-DD4BDC679233}" srcOrd="4" destOrd="0" parTransId="{65E3CB95-A0C0-F046-9630-F7AA493DF524}" sibTransId="{4BE479DA-D8D5-534A-BE67-6190F06B5B0C}"/>
    <dgm:cxn modelId="{994AD7E6-0876-7843-BC5A-B41C2CD5F490}" type="presOf" srcId="{7D0192E7-21B2-6141-BE86-B29147601E10}" destId="{1BC56BEF-140D-3447-8D6A-3A0D68E581FA}" srcOrd="0" destOrd="1" presId="urn:microsoft.com/office/officeart/2005/8/layout/hProcess6"/>
    <dgm:cxn modelId="{FC313AF3-C3D6-0E41-AF84-7E7B2F513F3C}" type="presOf" srcId="{20F6B01D-7F3B-AF43-8A87-2C2173B5DCDA}" destId="{DC4F94FD-5A97-7D4B-9EC5-C635EC9CD266}" srcOrd="1" destOrd="0" presId="urn:microsoft.com/office/officeart/2005/8/layout/hProcess6"/>
    <dgm:cxn modelId="{EEE328F5-D3BB-EE4F-9FD2-B9DBA69BC964}" srcId="{948843C1-8955-974F-BA4F-176036E8EB47}" destId="{64C606CD-70DD-F547-BF27-426A958B8DF0}" srcOrd="3" destOrd="0" parTransId="{DACF99A5-A77A-AD4F-B27C-C66A9FA1E9E0}" sibTransId="{4E8B29B4-D96B-5647-B0FF-2BAFF852D40B}"/>
    <dgm:cxn modelId="{F6E091F7-2730-2449-BC9E-564DEC483244}" type="presOf" srcId="{64C606CD-70DD-F547-BF27-426A958B8DF0}" destId="{DC4F94FD-5A97-7D4B-9EC5-C635EC9CD266}" srcOrd="1" destOrd="3" presId="urn:microsoft.com/office/officeart/2005/8/layout/hProcess6"/>
    <dgm:cxn modelId="{EDF8B2D3-6C0B-9742-94E2-A3635113123F}" type="presParOf" srcId="{30CB08A6-184A-2848-A542-071DD5D255B8}" destId="{CA32EB3E-6108-6949-B19D-251D636A9C23}" srcOrd="0" destOrd="0" presId="urn:microsoft.com/office/officeart/2005/8/layout/hProcess6"/>
    <dgm:cxn modelId="{0C13D77B-742C-E344-B7BD-DA70C6977604}" type="presParOf" srcId="{CA32EB3E-6108-6949-B19D-251D636A9C23}" destId="{9633F26E-35EF-EB4C-A617-D69A58CEFD7C}" srcOrd="0" destOrd="0" presId="urn:microsoft.com/office/officeart/2005/8/layout/hProcess6"/>
    <dgm:cxn modelId="{543A959F-3934-8341-878E-BD62B50F1658}" type="presParOf" srcId="{CA32EB3E-6108-6949-B19D-251D636A9C23}" destId="{EC8A423C-7810-AA4F-8CB2-B6079EA2577D}" srcOrd="1" destOrd="0" presId="urn:microsoft.com/office/officeart/2005/8/layout/hProcess6"/>
    <dgm:cxn modelId="{B70876A9-304B-4947-B667-66AF0496E753}" type="presParOf" srcId="{CA32EB3E-6108-6949-B19D-251D636A9C23}" destId="{DC4F94FD-5A97-7D4B-9EC5-C635EC9CD266}" srcOrd="2" destOrd="0" presId="urn:microsoft.com/office/officeart/2005/8/layout/hProcess6"/>
    <dgm:cxn modelId="{3095D5ED-1B99-1C4B-A75B-74DE717B7CA5}" type="presParOf" srcId="{CA32EB3E-6108-6949-B19D-251D636A9C23}" destId="{BC019581-49A0-2940-8EAB-D3495D16EBE4}" srcOrd="3" destOrd="0" presId="urn:microsoft.com/office/officeart/2005/8/layout/hProcess6"/>
    <dgm:cxn modelId="{49F84E88-4A6E-0A47-A1A8-3AB24F5A26E8}" type="presParOf" srcId="{30CB08A6-184A-2848-A542-071DD5D255B8}" destId="{3F124843-34D8-8043-B16D-1A8DB9F7D75B}" srcOrd="1" destOrd="0" presId="urn:microsoft.com/office/officeart/2005/8/layout/hProcess6"/>
    <dgm:cxn modelId="{08534E9D-0BC4-B540-AC40-32FF66D7E935}" type="presParOf" srcId="{30CB08A6-184A-2848-A542-071DD5D255B8}" destId="{A2908C6B-BADF-E84B-9BCE-4FE9CFA7ADAA}" srcOrd="2" destOrd="0" presId="urn:microsoft.com/office/officeart/2005/8/layout/hProcess6"/>
    <dgm:cxn modelId="{E8896AF9-BB4B-DA43-ACE0-8A6C7E79F48A}" type="presParOf" srcId="{A2908C6B-BADF-E84B-9BCE-4FE9CFA7ADAA}" destId="{04126A3C-B815-6548-AB87-A1F9C06030EB}" srcOrd="0" destOrd="0" presId="urn:microsoft.com/office/officeart/2005/8/layout/hProcess6"/>
    <dgm:cxn modelId="{99F61581-018B-E642-B299-54690357E0B2}" type="presParOf" srcId="{A2908C6B-BADF-E84B-9BCE-4FE9CFA7ADAA}" destId="{E87B15AA-58E7-5D4D-B9BE-3FF18446C662}" srcOrd="1" destOrd="0" presId="urn:microsoft.com/office/officeart/2005/8/layout/hProcess6"/>
    <dgm:cxn modelId="{EBAA694D-C42D-FB48-B4A1-9B7B55417BAB}" type="presParOf" srcId="{A2908C6B-BADF-E84B-9BCE-4FE9CFA7ADAA}" destId="{E4E42089-A0B1-834C-AB33-E15230030FED}" srcOrd="2" destOrd="0" presId="urn:microsoft.com/office/officeart/2005/8/layout/hProcess6"/>
    <dgm:cxn modelId="{659F2BF4-EA34-164F-9820-11F60AE9AB77}" type="presParOf" srcId="{A2908C6B-BADF-E84B-9BCE-4FE9CFA7ADAA}" destId="{D42C9280-6BBC-2B44-97CF-AADD361BE30A}" srcOrd="3" destOrd="0" presId="urn:microsoft.com/office/officeart/2005/8/layout/hProcess6"/>
    <dgm:cxn modelId="{F79B445C-64C0-744B-9E5A-27045FEB2506}" type="presParOf" srcId="{30CB08A6-184A-2848-A542-071DD5D255B8}" destId="{2F0CE9F8-1E68-464C-B170-A38235D2A5D4}" srcOrd="3" destOrd="0" presId="urn:microsoft.com/office/officeart/2005/8/layout/hProcess6"/>
    <dgm:cxn modelId="{453ACE37-0D5F-FE45-92A9-4D1D59423B32}" type="presParOf" srcId="{30CB08A6-184A-2848-A542-071DD5D255B8}" destId="{F145C6E0-10EF-C846-B480-DA0F88C4F096}" srcOrd="4" destOrd="0" presId="urn:microsoft.com/office/officeart/2005/8/layout/hProcess6"/>
    <dgm:cxn modelId="{C233FB68-37FC-EA4C-A770-71ACB49A71E9}" type="presParOf" srcId="{F145C6E0-10EF-C846-B480-DA0F88C4F096}" destId="{1BB17400-0CCF-634C-B866-E732C0909639}" srcOrd="0" destOrd="0" presId="urn:microsoft.com/office/officeart/2005/8/layout/hProcess6"/>
    <dgm:cxn modelId="{1E99341A-6472-F946-9ED6-473678A1ADA7}" type="presParOf" srcId="{F145C6E0-10EF-C846-B480-DA0F88C4F096}" destId="{1BC56BEF-140D-3447-8D6A-3A0D68E581FA}" srcOrd="1" destOrd="0" presId="urn:microsoft.com/office/officeart/2005/8/layout/hProcess6"/>
    <dgm:cxn modelId="{5FA177D3-B8A3-3744-878B-5E62B5E3F417}" type="presParOf" srcId="{F145C6E0-10EF-C846-B480-DA0F88C4F096}" destId="{301E6557-716B-334B-9FB4-432D69F77020}" srcOrd="2" destOrd="0" presId="urn:microsoft.com/office/officeart/2005/8/layout/hProcess6"/>
    <dgm:cxn modelId="{60AD54A8-4964-BE4A-BD13-8973651DE259}" type="presParOf" srcId="{F145C6E0-10EF-C846-B480-DA0F88C4F096}" destId="{5FAE0CFD-28A5-8844-9555-B3A73FFD8C8B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A423C-7810-AA4F-8CB2-B6079EA2577D}">
      <dsp:nvSpPr>
        <dsp:cNvPr id="0" name=""/>
        <dsp:cNvSpPr/>
      </dsp:nvSpPr>
      <dsp:spPr>
        <a:xfrm>
          <a:off x="698821" y="1331609"/>
          <a:ext cx="2774270" cy="2425061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9525" rIns="19050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da-DK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da-DK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Intro Retrieval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Gitbash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SMK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Protokol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JSON</a:t>
          </a:r>
        </a:p>
      </dsp:txBody>
      <dsp:txXfrm>
        <a:off x="1392389" y="1695368"/>
        <a:ext cx="1352456" cy="1697543"/>
      </dsp:txXfrm>
    </dsp:sp>
    <dsp:sp modelId="{BC019581-49A0-2940-8EAB-D3495D16EBE4}">
      <dsp:nvSpPr>
        <dsp:cNvPr id="0" name=""/>
        <dsp:cNvSpPr/>
      </dsp:nvSpPr>
      <dsp:spPr>
        <a:xfrm>
          <a:off x="5254" y="1850572"/>
          <a:ext cx="1387135" cy="13871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/>
            <a:t>API</a:t>
          </a:r>
        </a:p>
      </dsp:txBody>
      <dsp:txXfrm>
        <a:off x="208395" y="2053713"/>
        <a:ext cx="980853" cy="980853"/>
      </dsp:txXfrm>
    </dsp:sp>
    <dsp:sp modelId="{E87B15AA-58E7-5D4D-B9BE-3FF18446C662}">
      <dsp:nvSpPr>
        <dsp:cNvPr id="0" name=""/>
        <dsp:cNvSpPr/>
      </dsp:nvSpPr>
      <dsp:spPr>
        <a:xfrm>
          <a:off x="4340051" y="1331609"/>
          <a:ext cx="2774270" cy="2425061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9525" rIns="19050" bIns="9525" numCol="1" spcCol="1270" anchor="ctr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WebSiden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Endpoints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 Investigate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Øvelse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Rscript	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da-DK" sz="1500" kern="1200"/>
        </a:p>
      </dsp:txBody>
      <dsp:txXfrm>
        <a:off x="5033618" y="1695368"/>
        <a:ext cx="1352456" cy="1697543"/>
      </dsp:txXfrm>
    </dsp:sp>
    <dsp:sp modelId="{D42C9280-6BBC-2B44-97CF-AADD361BE30A}">
      <dsp:nvSpPr>
        <dsp:cNvPr id="0" name=""/>
        <dsp:cNvSpPr/>
      </dsp:nvSpPr>
      <dsp:spPr>
        <a:xfrm>
          <a:off x="3646483" y="1850572"/>
          <a:ext cx="1387135" cy="13871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 err="1"/>
            <a:t>Opensky</a:t>
          </a:r>
          <a:endParaRPr lang="da-DK" sz="2100" kern="1200"/>
        </a:p>
      </dsp:txBody>
      <dsp:txXfrm>
        <a:off x="3849624" y="2053713"/>
        <a:ext cx="980853" cy="980853"/>
      </dsp:txXfrm>
    </dsp:sp>
    <dsp:sp modelId="{1BC56BEF-140D-3447-8D6A-3A0D68E581FA}">
      <dsp:nvSpPr>
        <dsp:cNvPr id="0" name=""/>
        <dsp:cNvSpPr/>
      </dsp:nvSpPr>
      <dsp:spPr>
        <a:xfrm>
          <a:off x="7981280" y="1331609"/>
          <a:ext cx="2774270" cy="2425061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9525" rIns="19050" bIns="9525" numCol="1" spcCol="1270" anchor="ctr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da-DK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Fly i Bbox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Cirklende Fly</a:t>
          </a:r>
        </a:p>
      </dsp:txBody>
      <dsp:txXfrm>
        <a:off x="8674848" y="1695368"/>
        <a:ext cx="1352456" cy="1697543"/>
      </dsp:txXfrm>
    </dsp:sp>
    <dsp:sp modelId="{5FAE0CFD-28A5-8844-9555-B3A73FFD8C8B}">
      <dsp:nvSpPr>
        <dsp:cNvPr id="0" name=""/>
        <dsp:cNvSpPr/>
      </dsp:nvSpPr>
      <dsp:spPr>
        <a:xfrm>
          <a:off x="7287713" y="1850572"/>
          <a:ext cx="1387135" cy="13871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/>
            <a:t>Opensky case</a:t>
          </a:r>
        </a:p>
      </dsp:txBody>
      <dsp:txXfrm>
        <a:off x="7490854" y="2053713"/>
        <a:ext cx="980853" cy="9808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9T13:58:08.0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1939 410 24575,'-12'0'0,"2"0"0,-12 0 0,-6 0 0,-6 0 0,-27 0 0,23 0 0,-23 0 0,5 0 0,-2 0 0,-6 0 0,-6 0 0,12 0 0,-13 0 0,-1 0 0,7 0 0,-15 0 0,22 0 0,-20 0 0,12 0 0,0 0 0,4 0 0,8 0 0,5 6 0,-5 0 0,13 10 0,-4-3 0,11 7 0,1-3 0,2-1 0,10 3 0,-10-3 0,10 4 0,-4 1 0,5-2 0,0 7 0,-1 0 0,-1 13 0,0-5 0,-1 11 0,6-4 0,-5-1 0,10 5 0,-5-4 0,1-1 0,4 5 0,-4-11 0,10 11 0,-4-4 0,3 6 0,-5-1 0,6 1 0,-5 0 0,10 0 0,-9-1 0,8 1 0,-3-6 0,5 4 0,0-11 0,0 5 0,0-7 0,0 0 0,0 0 0,0 7 0,5-5 0,1 5 0,5 0 0,5-5 0,1 4 0,5 1 0,0-5 0,0 5 0,-1-13 0,-4 5 0,1-10 0,-2 5 0,4-7 0,-1-3 0,-4 2 0,4-3 0,-4 1 0,5 2 0,-1-7 0,7 8 0,0-7 0,7 8 0,-1-8 0,0 9 0,1-10 0,-1 5 0,0-5 0,7 0 0,-11-1 0,10 2 0,-12-2 0,1-4 0,4 3 0,-5-7 0,7 7 0,-1-3 0,0 0 0,-5 3 0,4-3 0,-5 0 0,1 3 0,4-8 0,-4 8 0,5-8 0,0 9 0,0-9 0,1 9 0,-1-4 0,7 0 0,1 4 0,7-9 0,0 9 0,0-3 0,0-1 0,28 5 0,-21-5 0,28 6 0,-26-5 0,7-1 0,1-1 0,-1-3 0,0 3 0,9 1 0,-7-4 0,24 4 0,-36-1 0,33-4 0,-35 4 0,29-5 0,-15 0 0,7 5 0,-9-3 0,0 3 0,0-5 0,-7 0 0,-2 0 0,-7 0 0,0 0 0,0 0 0,0 0 0,-1 0 0,1 0 0,0 0 0,0 0 0,0 0 0,0 0 0,20 0 0,-14 0 0,14 0 0,-13 0 0,-5 0 0,5 0 0,-7 0 0,7 0 0,-5 0 0,13 0 0,-6-5 0,24-3 0,-19-5 0,17 6 0,-13-5 0,8 5 0,9-1 0,0-4 0,-1 4 0,1-5 0,0-1 0,0 7 0,-9-5 0,7 11 0,-7-11 0,1 10 0,6-10 0,-7 11 0,1-5 0,-3 0 0,1 5 0,-7-5 0,7 0 0,-9 5 0,1-5 0,-1 6 0,0 0 0,1 0 0,-1 0 0,0 0 0,9 0 0,-7 0 0,15 0 0,-6 0 0,-1 0 0,7 0 0,-6 0 0,7 0 0,-7 0 0,5 0 0,-13 0 0,5 0 0,1 0 0,-14 0 0,20 0 0,-20 0 0,13 0 0,-7 0 0,-1 6 0,0-5 0,-7 5 0,6-6 0,-14 5 0,6-3 0,-7 3 0,0 0 0,7-4 0,-5 4 0,5 1 0,-7-5 0,0 4 0,7-5 0,-5 0 0,5 0 0,-7 0 0,-7 0 0,6 0 0,-12 0 0,11 0 0,-11 0 0,4 0 0,-5 0 0,-1 0 0,0 0 0,0 0 0,0 0 0,1 0 0,-7 0 0,5 0 0,-4 0 0,-1 0 0,5 0 0,-4 0 0,5 0 0,7 0 0,-5 0 0,11 0 0,-11 0 0,11 0 0,-4 0 0,6-5 0,-7 4 0,5-10 0,-11 5 0,5-5 0,-1 0 0,-4 0 0,5 0 0,-7-5 0,7-1 0,1-6 0,0 1 0,-1 0 0,-1-1 0,-4 1 0,5 0 0,2-7 0,-7 6 0,1-5 0,4-1 0,-16 8 0,17-14 0,-12 7 0,2-6 0,2 5 0,-3-3 0,-2 4 0,0 0 0,-5-3 0,-2 4 0,1 1 0,-5-5 0,4 4 0,-8-5 0,3 0 0,-4-1 0,0 1 0,0 0 0,-1-1 0,-4 1 0,4 0 0,-9 5 0,4-3 0,-5-3 0,0-15 0,0-1 0,0-12 0,0 12 0,0-5 0,0 13 0,-4 8 0,2 2 0,-7 5 0,3-6 0,-4-1 0,-1 7 0,1 0 0,-5 1 0,4 4 0,-4-4 0,5 6 0,-5-6 0,4 4 0,-4-10 0,1 10 0,2-4 0,-2 0 0,0 4 0,3-4 0,-9-1 0,9 5 0,-4-4 0,1 6 0,3-1 0,-3 0 0,4 1 0,-4 4 0,3-4 0,-7 4 0,7-5 0,-8 1 0,4-1 0,0 1 0,-4-1 0,8-5 0,-8 8 0,8-2 0,-3 5 0,5 4 0,0-4 0,0 5 0,0 0 0,1 0 0,-1 0 0,0 1 0,-9-6 0,7 5 0,-6-1 0,8 3 0,0 2 0,1-4 0,-1 4 0,-1-8 0,1 11 0,-5-15 0,4 11 0,-8-8 0,8 5 0,-9-1 0,9 5 0,-8-4 0,8 8 0,-8-8 0,7 8 0,-7-3 0,8 4 0,-4 0 0,1 0 0,3 0 0,-4 0 0,5 0 0,0 0 0,-4 0 0,3 0 0,-4 0 0,0 0 0,4 0 0,-8 0 0,8 0 0,-9 0 0,5 0 0,-1 0 0,-4 0 0,4 0 0,-4 0 0,-1-4 0,1 2 0,-1-2 0,0 0 0,1 3 0,-1-4 0,0 1 0,1 3 0,-1-8 0,5 8 0,-3-8 0,3 8 0,-5-8 0,1 8 0,4-3 0,-3 0 0,8 3 0,-9-8 0,4 8 0,-4-4 0,-1 5 0,0 0 0,-5 0 0,4 0 0,-4 0 0,0 0 0,4 0 0,-5 0 0,-13 0 0,14 0 0,-20 0 0,18 5 0,1-4 0,-5 9 0,4-9 0,-5 4 0,0 0 0,-7-4 0,-1 4 0,-7-5 0,0 0 0,0 0 0,0 0 0,-7 0 0,-2 0 0,-7 0 0,-9 0 0,7 0 0,-15 0 0,6 0 0,-16 0 0,21 0 0,-18 0 0,21 6 0,-16-5 0,9 5 0,1-6 0,9 6 0,-22 1 0,24 0 0,-14-1 0,28-1 0,0-4 0,1 10 0,5-10 0,2 4 0,1-5 0,4 0 0,-5 0 0,0 0 0,-1 0 0,-7 0 0,0 0 0,-7 0 0,-2 0 0,-7 0 0,-1 0 0,-7 0 0,5 0 0,-5 0 0,7 0 0,1 0 0,-9 0 0,14 0 0,6 3 0,-2 0 0,-11-2 0,15 4 0,1 1 0,-15 1 0,1 0 0,-1 5 0,1-5 0,7 5 0,-5 1 0,5-1 0,-8 1 0,8-1 0,-5-5 0,5 4 0,-8-4 0,8 5 0,-5-5 0,12-2 0,-5 0 0,7-4 0,0 5 0,7-6 0,-6 0 0,13 0 0,-13 0 0,12 0 0,-11 0 0,5 0 0,-7 0 0,0 0 0,0 0 0,0 0 0,7 0 0,-5 0 0,11 0 0,-5 0 0,7 0 0,-1 0 0,7 0 0,-5 0 0,10 0 0,-4 0 0,10 0 0,-4 0 0,4 0 0,1 0 0,0 0 0,0 0 0,4 0 0,-8 0 0,8 4 0,-9-3 0,5 3 0,-6 0 0,0-3 0,1 3 0,-1 1 0,5-4 0,-3 8 0,3-8 0,-5 7 0,1-7 0,-1 8 0,-5-8 0,4 8 0,-10-8 0,4 8 0,-19-3 0,10 0 0,-17 4 0,12-9 0,-6 10 0,-7-10 0,-2 10 0,0-10 0,-5 5 0,12-6 0,-5 0 0,7 0 0,6 5 0,3-4 0,5 4 0,1-5 0,5 0 0,2 0 0,6 0 0,-1 0 0,0 0 0,5 0 0,-3 4 0,8-3 0,-8 4 0,3-5 0,0 4 0,-4-3 0,9 2 0,-8 2 0,8-4 0,-4 3 0,6-4 0,3 4 0,-3-3 0,7 6 0,-6-6 0,2 3 0,-3-4 0,-1 0 0,0 0 0,-4 0 0,3 0 0,-9 0 0,4 0 0,-4 0 0,4 0 0,-3 0 0,8 0 0,-4 0 0,5 0 0,0 0 0,0 0 0,5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9T13:58:13.8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1 282 24575,'12'0'0,"11"0"0,-1 0 0,4 0 0,5 0 0,2 0 0,8 0 0,5 0 0,1 0 0,7 0 0,-5 0 0,13 0 0,-7 0 0,1 0 0,14 0 0,-20 0 0,13 0 0,-9 0 0,-5 0 0,12 0 0,-12 0 0,5 0 0,-14 0 0,-1 0 0,-6 0 0,-1 0 0,0 0 0,-5 0 0,4 0 0,-10 0 0,4 0 0,-5 0 0,-1 0 0,1 0 0,-1 4 0,1-3 0,0 3 0,-1 1 0,6-4 0,-3 3 0,3 1 0,-6-4 0,1 7 0,0-7 0,-1 4 0,1-5 0,0 4 0,-1-3 0,-4 4 0,3-5 0,-8 0 0,4 0 0,-5 0 0,0 0 0,0 0 0,0 0 0,-1 0 0,1 0 0,-8 0 0,-3-4 0,-11 3 0,-2-12 0,-4 2 0,-7-5 0,5-2 0,-4 2 0,6-4 0,-1 1 0,0 4 0,5 1 0,2 5 0,4 4 0,0 1 0,4 0 0,-2 3 0,2-7 0,-4 7 0,-4-11 0,3 6 0,-14-9 0,7 6 0,-8-6 0,6 4 0,-1-7 0,0 7 0,1-3 0,4 4 0,1 1 0,5 0 0,1 4 0,3-3 0,1 11 0,4-2 0,4 12 0,13 9 0,6-5 0,12 15 0,5-6 0,4 16 0,7-2 0,-2-3 0,1-1 0,-9-12 0,-1 5 0,-13-8 0,-2-5 0,-10-2 0,-2-5 0,-4 0 0,0 0 0,-1-5 0,6 0 0,0-4 0,1 0 0,-1 0 0,-6 0 0,1 0 0,0 0 0,-4-3 0,-5 2 0,-4-7 0,-5 7 0,0-7 0,-4 7 0,2-6 0,-2 6 0,-1-3 0,4 4 0,-3 0 0,5 0 0,0 0 0,-1 4 0,5 5 0,-4 1 0,2 9 0,-7-4 0,2 4 0,-8 1 0,8-1 0,-7-3 0,3 2 0,-1-2 0,-2 3 0,7-4 0,-7 3 0,7-3 0,-2 0 0,-1 3 0,3-7 0,-2 2 0,4-4 0,-5 0 0,4 5 0,-4-3 0,5 2 0,0-4 0,0 5 0,-5-4 0,3 4 0,-3 0 0,5-4 0,-5 8 0,4-7 0,-3 2 0,-1-4 0,4 0 0,-4 1 0,5-1 0,1-1 0,-1 1 0,0-4 0,4 3 0,-3-7 0,7 7 0,-7-7 0,8 3 0,-4-4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3:52:27.51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1794 215 24575,'-98'1'0,"0"1"0,0 0 0,0-1 0,0 1 0,0-1 0,20 1 0,1-1 0,-11 0 0,-27 1 0,-12 0 0,8 0 0,23 0 0,41-2 0,39 0 0,-3-1 0,-3-1 0,-7-2 0,-18-7 0,10 4 0,-10-4 0,18 6 0,5 2 0,10 1 0,1 2 0,4 0 0,-1 0 0,0 0 0,-1 0 0,0 0 0,-2 0 0,-3 0 0,0 0 0,8 0 0,5-2 0,15-6 0,9-7 0,9-8 0,7-6 0,2 2 0,-3-1 0,-7 5 0,-6 5 0,-7 6 0,-14 8 0,-17 5 0,-20 8 0,-15 6 0,-2 5 0,8-1 0,11-2 0,10-1 0,9-2 0,4 6 0,4-10 0,1 4 0,3-10 0,0 2 0,6 1 0,10 5 0,15 5 0,13 9 0,5 5 0,-4 2 0,-10-2 0,-11-6 0,-9-1 0,-7-11 0,-3 0 0,-3-11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3:52:30.36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3921 1 24575,'-9'0'0,"-15"0"0,-24 0 0,-29 0 0,27 0 0,-3 0 0,-10 0 0,-3 0 0,-7 0 0,-2 0 0,-9-1 0,-1 2 0,0-1 0,-4 2 0,9 3 0,-4 1 0,3-1 0,-13 0 0,1 0 0,16 1 0,-3 1 0,5-1 0,-6-2 0,4-1 0,2 2 0,2-1 0,5 0 0,1-1 0,4 2 0,1-1 0,7-1 0,2 0 0,-44 2 0,7 1 0,4-3 0,0 0 0,0 0 0,5 2 0,8 4 0,8 1 0,8 1 0,3 2 0,-2 3 0,0 3 0,2 3 0,5-2 0,6 1 0,2-2 0,1-1 0,-1-3 0,-2-2 0,-1-3 0,0-2 0,3-2 0,4-2 0,-1-2 0,0-2 0,-3 0 0,3 0 0,0 1 0,3 1 0,3 1 0,3 2 0,7 0 0,7-1 0,7 2 0,4-2 0,6-1 0,5-3 0,11-11 0,14-10 0,12-12 0,6-8 0,-1 3 0,-6 6 0,-11 9 0,-11 11 0,-11 9 0,-14 12 0,-13 9 0,-10 5 0,-2 1 0,0-3 0,3-2 0,3 0 0,4-1 0,5-3 0,5-3 0,4-5 0,3-2 0,1-1 0,1 0 0,0 3 0,7 1 0,14 6 0,22 10 0,20 12 0,12 15 0,-1 5 0,-12-6 0,-16-12 0,-16-13 0,-17-14 0,-5-3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3:52:34.429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4548 1 24575,'-24'0'0,"-40"0"0,7 1 0,-9 2 0,-29 4 0,-9 3-980,19 1 0,-4 2 1,-2 3 979,15 0 0,-1 1 0,-2 3 0,1 0 0,-6 4 0,0 1 0,0 2 0,1 1 0,-1 2 0,1 2 0,1 2 0,1-1 0,5 0 0,1 0 0,1 1 0,2 1 0,-18 10 0,3 1 0,2 1 95,10-5 0,3 1 0,3-1-95,7-5 0,3 0 0,1-2 0,-23 15 0,3-4 314,9-8 1,1-4-315,0-3 0,1-3 0,2-4 0,0-2 0,1-4 0,0-1 743,4-3 0,-1 0-743,3-1 0,2-1 269,3 1 1,1-1-270,2-1 0,0 1 0,-43 9 0,2-3 0,2-3 0,4 1 0,2 2 0,8 2 0,6 1 0,11-2 0,10-1 0,12-5 0,10-3 0,6-3 0,7-3 0,2 0 0,3-1 0,3 0 0,1-1 0,4-2 0,10-7 0,7-13 0,6-5 0,0 0 0,0 3 0,-11 12 0,0-1 0,-6 3 0,4-4 0,4-4 0,4-5 0,5-3 0,6-3 0,4 0 0,-1 3 0,-8 5 0,-8 8 0,-7 6 0,-7 6 0,-5 7 0,-10 4 0,-7 8 0,-7 12 0,-6 9 0,-1 8 0,-1 1 0,5-8 0,5-9 0,9-6 0,5-16 0,3 2 0,2-11 0,-2 2 0,-3 0 0,4-2 0,-1 1 0,6-1 0,1 2 0,13 4 0,26 4 0,36 2 0,-24-6 0,4-2 0,5 0 0,1-1 0,-4-2 0,-2 0 0,33 2 0,-24-2 0,-24 2 0,-14 0 0,-9 0 0,-5 2 0,-1 0 0,1 3 0,3 4 0,2 0 0,-2 1 0,-1-4 0,-4-2 0,0 0 0,1 0 0,1-1 0,-2-3 0,-4-2 0,-3-3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3:59:28.92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0 24575,'82'51'0,"1"-1"0,-1 1 0,1-1 0,-1 1 0,1-1 0,-1 1 0,1-1 0,-1 1 0,1-1 0,-1 1 0,1-1 0,-1 1 0,1-1 0,-1 1 0,1-1 0,-1 1 0,1-1 0,-1 1 0,1-1 0,-1 1 0,1-1 0,-1 1 0,1-1 0,-1 1 0,1-1 0,-1 1 0,16 9 0,-17-11 0,-9-5 0,-3-2 0,2 2 0,11 5 0,16 11-365,-38-23 1,8 5 0,8 5 0,7 4 0,6 3 0,5 4 0,5 3 0,3 2 0,3 2 0,2 1 0,1 1 0,1 0-1,-1-1 1,-1 0 0,-2-1 0,-2-3 0,-5-1 0,-4-4 0,-5-2 0,-6-5 0,-6-4 0,-9-5 0,-8-5 0,-9-6 0,-10-6-1,-11-7 1,-12-8-1126,-3-5 4308,-14-6-2818,-1-4 0,0 1 1719,2 1-1719,4 7 0,11 12 0,14 14 6784,10 14-6784,9 9 0,-1 0 0,-7-7 0,-9-9 0,-9-11 0,-6-7 0,1-2 0,6 7 0,14 16 0,18 14 0,16 11 0,0-4 0,-10-14 0,-18-14 0,-19-13 0,-12-10 0,-9-8 0,-5-12 0,-1-11 0,-4-12 0,-2-11 0,-6-6 0,0 1 0,-3 6 0,2 6 0,1 9 0,0 6 0,8 9 0,-2 4 0,4 6 0,1-4 0,0 1 0,0-10 0,0 1 0,-3-3 0,1 0 0,1 5 0,1 2 0,2 5 0,0 7 0,0 9 0,2 12 0,0 12 0,3 6 0,0 3 0,1 2 0,-1 0 0,0 0 0,0-9 0,-1-5 0,1-7 0,0-5 0,1-3 0,1 4 0,2-1 0,-2 3 0,-2 2 0,-5-13 0,-6 1 0,-9-11 0,-13 0 0,-14 0 0,-18 0 0,-23-2 0,28 1 0,-4-1 0,-8 0 0,-2-1 0,-4-2 0,0 1 0,4 0 0,2 0 0,12 0 0,4 0 0,-30-2 0,30 3 0,23 1 0,13 2 0,11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3:59:33.737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4859 3349 24575,'-2'4'0,"-6"-7"0,-19-18 0,-39-25 0,18 12 0,-7-1 0,-20-9 0,-8 0 0,21 11 0,-3 1 0,-2-1-254,-3 0 1,-1-1 0,-1 0 253,-4-2 0,0 0 0,-1-1 0,3-1 0,-1 0 0,1-2 0,-2-1 0,0-2 0,-1-1 0,0-2 0,-1-2 0,1-2 0,0-1 0,1-1 0,1-1 0,5 1 0,1-1 0,1-1 0,2 0 0,1-1 0,2 0 0,3 0 0,1 0 0,1-1 0,3 2 0,0-1 0,1 2 0,0 1 0,1 0 0,1 2 0,-17-15 0,0 3 0,5 7 0,1 5 0,9 9 0,1 3 0,8 6 0,2 2 0,-25-18 0,12 5 760,3-3-760,-1-2 0,3 1 0,6 9 0,6 11 0,4 9 0,-5 3 0,-21-5 0,-18-12 0,31 10 0,-1-2 0,-3-4 0,1-3 0,6 1 0,2-1 0,-27-21 0,25 12 0,14 10 0,5 1 0,2-1 0,-1 3 0,3 3 0,9 13 0,-1 2 0,5 4 0,-6-4 0,-4-4 0,-1 2 0,2 0 0,5 4 0,2 2 0,-4-4 0,-9-7 0,-10-8 0,-5-5 0,5 5 0,11 9 0,10 9 0,5 1 0,5 2 0,0-3 0,1 4 0,-2 0 0,-2-1 0,-8-6 0,-8-6 0,-6-6 0,-1 0 0,8 5 0,7 7 0,9 9 0,5 9 0,6 9 0,3 10 0,6 11 0,1 7 0,-3 1 0,-1-4 0,-4-9 0,-3-7 0,-1-7 0,-1-7 0,-1-2 0,5 0 0,0 2 0,6 4 0,1 4 0,-2 2 0,-5-8 0,-2 0 0,-5-15 0,0-2 0,-2-10 0,-1-10 0,-7-9 0,-6-4 0,-4 1 0,-4 5 0,4 8 0,6 6 0,6 4 0,2 0 0,1-7 0,-2-8 0,0-4 0,0 0 0,3 7 0,1 10 0,1 1 0,2 4 0,0-1 0,0 0 0,0 4 0,2 2 0,1 1 0,7 2 0,9 0 0,12 0 0,12 2 0,10 3 0,6 3 0,1 5 0,4 4 0,-1 0 0,-2-1 0,-4-3 0,-11-5 0,-12-3 0,-9-3 0,-3-2 0,-9 0 0,-2 0 0,-10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3:59:37.938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1 24575,'0'6'0,"0"5"0,0 14 0,0 10 0,0 10 0,1 8 0,2 0 0,3 3 0,2-5 0,0-8 0,-1-7 0,-3-11 0,-1-8 0,0-9 0,-1-6 0,0-7 0,-1 1 0,-1-2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9T07:49:07.5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1070 24575,'78'-35'0,"0"0"0,0 0 0,3-3 0,4-2 0,1-1 0,-7 5 0,-7 4 0,-4 2 0,5-2-1065,8-3 1,8-4 0,0 0 0,-5 3 1064,4-1 0,-5 2 0,0 1 0,0 3 0,-1 1 0,-1 1 0,-5 3 0,-2 1 0,-5 3 0,7-3 0,-6 6 0,-12 9 0,-3 1 0,-4-3 0,-2 0 1310,36-4-1310,2 4 695,2 4-695,0-2 0,-14 8 0,-2-5 0,-10 7 0,12 0 0,-11 0 0,8-6 0,3 4 0,-8-5 0,16 7 2252,-20 0-2252,12 0 0,0 0 0,-11 0 0,8 0 0,-36 0 0,21 0 0,-23 0 0,17 0 0,-18 0 0,14-5 0,-25 3 0,15-3 0,-11 5 0,0 0 0,11 0 0,-8 0 0,18 0 0,-7 0 0,-1 0 0,20 0 0,-6 0 0,23 0 0,-11 0 0,8 0 0,1 0 0,-7 0 0,-15-4 0,1 0 0,27 2 0,-20-6 0,2 0 0,29 6 0,5-12 0,-32 12 0,-13-5 0,-15 7 0,-10 0 0,0 0 0,11 0 0,3-5 0,-1 3 0,42-11 0,-12 11 0,-21-5 0,3-1 0,3 8 0,0-1 0,-2-7 0,-2 1 0,42 5 0,2-12 0,-58 12 0,2-5 0,-32 7 0,-3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9T07:49:07.5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1070 24575,'78'-35'0,"0"0"0,0 0 0,3-3 0,4-2 0,1-1 0,-7 5 0,-7 4 0,-4 2 0,5-2-1065,8-3 1,8-4 0,0 0 0,-5 3 1064,4-1 0,-5 2 0,0 1 0,0 3 0,-1 1 0,-1 1 0,-5 3 0,-2 1 0,-5 3 0,7-3 0,-6 6 0,-12 9 0,-3 1 0,-4-3 0,-2 0 1310,36-4-1310,2 4 695,2 4-695,0-2 0,-14 8 0,-2-5 0,-10 7 0,12 0 0,-11 0 0,8-6 0,3 4 0,-8-5 0,16 7 2252,-20 0-2252,12 0 0,0 0 0,-11 0 0,8 0 0,-36 0 0,21 0 0,-23 0 0,17 0 0,-18 0 0,14-5 0,-25 3 0,15-3 0,-11 5 0,0 0 0,11 0 0,-8 0 0,18 0 0,-7 0 0,-1 0 0,20 0 0,-6 0 0,23 0 0,-11 0 0,8 0 0,1 0 0,-7 0 0,-15-4 0,1 0 0,27 2 0,-20-6 0,2 0 0,29 6 0,5-12 0,-32 12 0,-13-5 0,-15 7 0,-10 0 0,0 0 0,11 0 0,3-5 0,-1 3 0,42-11 0,-12 11 0,-21-5 0,3-1 0,3 8 0,0-1 0,-2-7 0,-2 1 0,42 5 0,2-12 0,-58 12 0,2-5 0,-32 7 0,-3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30T05:58:24.7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4080 28 24575,'-87'0'0,"-1"0"0,6 0 0,5 0 0,-23 0-1990,1 0 1990,41 0 0,-1 0 0,2 0 0,0 0 0,-2 0 0,-2 0 0,-2 0 0,0 0 0,11 0 0,0 0 0,-12 0 0,2 0 0,-24 0 186,-11 0-186,22 0 0,-7 0 0,13 0 436,-2 0-436,18 0 0,-4 0 0,6 0 1002,0 4-1002,0 6 366,1 2-366,-1 2 0,0-3 0,0-1 0,0 0 0,6 0 0,-4 0 0,10-1 0,-5 1 0,7-5 0,-1-1 0,1-4 0,-1 0 0,6 0 0,-5 0 0,10 0 0,-4 0 0,5 0 0,0 0 0,0 0 0,0 0 0,1 0 0,-7 0 0,5 0 0,-4 0 0,0 0 0,-2-8 0,-10 1 0,3-6 0,-9 3 0,4 0 0,-29-5 0,-5 4 0,6-4 0,7 6 0,28 3 0,6 2 0,1 0 0,5 3 0,0-2 0,0 3 0,-5 0 0,4 0 0,-4 0 0,5 0 0,0 0 0,4 0 0,-3 0 0,8 0 0,-3 0 0,0 0 0,3 0 0,-3 0 0,4 0 0,-4 3 0,3 2 0,-4 3 0,1 0 0,3 0 0,1 0 0,1 0 0,7-1 0,-3 1 0,4-1 0,3 0 0,1-1 0,3 1 0,0 0 0,0 0 0,0 14 0,0-3 0,8 14 0,-3-6 0,8 0 0,-5-5 0,1-1 0,-2-8 0,-3-1 0,3-4 0,-7 0 0,4 0 0,-1-3 0,-3 2 0,3 6 0,-3 5 0,0 9 0,0 5 0,0 2 0,0 5 0,0 5 0,0-4 0,0 0 0,0-8 0,0-10 0,0-4 0,0-3 0,0-5 0,0 2 0,0-5 0,0 1 0,0 4 0,0 1 0,0 8 0,0-3 0,0 3 0,0-4 0,0 0 0,0-4 0,0 2 0,0 3 0,0 0 0,0 3 0,0-4 0,0-4 0,0-1 0,0 0 0,0-3 0,0 3 0,0 1 0,0 1 0,0 11 0,0-10 0,0 4 0,0-7 0,0-3 0,0 3 0,3-7 0,1-1 0,3-3 0,0 0 0,-1 0 0,5 0 0,5 0 0,11 0 0,6 0 0,10 0 0,2 0 0,6 0 0,7 0 0,1 5 0,0-4 0,5 9 0,-11-4 0,4 4 0,-6 0 0,0 0 0,0 1 0,0-1 0,-6 0 0,4 0 0,-9-1 0,9 1 0,-4 0 0,29 5 0,-24-4 0,22 4 0,-33-6 0,11 1 0,-5-5 0,0 0 0,-2-5 0,1 0 0,-5 0 0,10 0 0,-10 0 0,11 0 0,-11 0 0,10 0 0,-10 0 0,5 0 0,-7 0 0,7 5 0,-5-4 0,11 8 0,-5-4 0,6 6 0,21 0 0,-21-1 0,20 1 0,-19-6 0,31 6 0,-11-5 0,5 1 0,9 4 0,-39-9 0,7 3 0,2 1 0,11-4 0,31 9-520,-8-10 520,-6 4 0,7 1 0,-9-5 0,8 10 0,-6-10 0,6 5 0,-22-6 0,27 6 0,-22-5 0,25 10 0,-16-10 0,9 5 0,-38-6 0,0 0 0,43 0 0,-44 0 0,1 0 0,45 0 0,-31 0 0,19 0 0,-32-5 0,5-6 0,-2 0 0,-6-8 0,-6 3 0,0-8 520,-11-1-520,7-16 0,-19-7 0,5-45-718,-19 35 0,-3-2 718,-1 2 0,0 0 0,0 1 0,-2 3-149,-2-34 149,-5 11 0,-6-13 0,-7 15 0,-8 9 0,4 14 0,-2 9 0,6 10 0,4 2 1424,-2 9-1424,7-2 161,-3 10-161,8-1 0,-2 8 0,5 0 0,-6 0 0,1 0 0,-7-9 0,-6 3 0,-9-9 0,-10-2 0,-14 3 0,-7 0 0,-14 0 0,6 13 0,1-2 0,2 10 0,5 0 0,-7 0 0,13 0 0,-3 0 0,22 0 0,-8 0 0,14 0 0,-3 0 0,0-4 0,4 2 0,0-9 0,2 10 0,4-10 0,-1 6 0,-2-3 0,2 3 0,1 1 0,-4 4 0,3 0 0,1 0 0,1 0 0,4 0 0,4 0 0,-3 0 0,7 0 0,-2 0 0,6 0 0,1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30T05:58:27.1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24575,'59'10'0,"-15"9"0,4 4 0,14 6 0,6 4-3159,-6 2 1,4 4 0,7 4 3158,6 4 0,8 6 0,1 0 0,-5-4 0,4-2 0,-3-4 0,7 5-618,-12-3 0,5 5 1,4 3-1,1-1 0,-1-2 618,1-2 0,1 0 0,0-2 0,-2 1 0,-4-2 0,0 3 0,-4-1 0,0 0 0,8 2 0,-6-4 0,8 1 0,3 3 0,0-2 0,-3 0 0,-8-4 0,3 3 0,-8-3 0,-1-1 0,7 0 0,-1-3 0,4 0 0,2-1 0,1 0 0,-2 1-241,-3 0 1,0 1 0,0 1-1,0-2 1,0-1 240,-1-2 0,0 0 0,0-2 0,0 0 0,-1 0 0,-2-1 0,0 0 0,0-1 0,-1 0 0,0 1-367,-2-2 0,-1 1 0,0 0 0,0-1 0,-2-1 367,11 5 0,0-1 0,-3-2 0,-4-2 235,4 0 0,-4-2 1,-1 1-236,3 5 0,0 0 0,-3-3 0,16-4 0,-1-1 0,-27 0 0,1 2 0,1-2 635,-1-6 0,1-2 1,-3 1-636,14 10 0,-3-2 1631,-3-8 0,-3 0-1631,23 17 0,-40-26 0,-2 0 0,22 16 3901,12-7-3901,-15 9 2810,-20-12-2810,-11-7 2005,-10-1-2005,-3-4 811,-9 4-811,-4-4 200,-1 0-200,-4-4 0,-3-3 0,-1-5 0,-3-3 0,0-21 0,5-3 0,0-5 0,5-14 0,-5-1 0,0 0 0,-5-15 0,0 2 0,-5-9 0,-17-7 0,-9 8 0,-13 24 0,-1-7 0,4 26 0,4-7 0,5 15 0,5 3 0,5 12 0,6 0 0,5 9 0,4-2 0,-1 3 0,1 0 0,4 2 0,0 2 0,3 3 0,0 0 0,0 0 0,0 1 0,0 3 0,0 5 0,3 5 0,3 11 0,3 0 0,5 12 0,1-5 0,0 10 0,-1-4 0,-3 6 0,-1 0 0,0 0 0,-4 0 0,-2-6 0,-4 5 0,0-11 0,0 5 0,0-12 0,0 4 0,0-13 0,0 7 0,0-13 0,0 0 0,0-6 0,0-4 0,0 0 0,3-3 0,1-1 0,3-3 0,1 0 0,-1 0 0,0 0 0,0 0 0,-1 0 0,1 0 0,0 0 0,0 0 0,4 0 0,-3 3 0,7 1 0,-7 8 0,7-4 0,-7 3 0,3-3 0,-7-1 0,0 0 0,-4 0 0,-3-3 0,-5 2 0,-13-5 0,-13 7 0,-18-7 0,-13 4 0,-18-5-965,-17 0 965,46 0 0,-3 0 0,-7 0 0,0 0 0,2 0 0,2 0 0,-38 0 0,45 0 0,2 0 0,-19 0-61,-20 0 61,22 0 0,3 0 0,14 4 0,6 2 0,1 3 962,12 1-962,1-2 64,5 1-64,4-1 0,2 1 0,4-1 0,4-1 0,2-3 0,6 3 0,1-18 0,3-34 0,0 22 0,0-21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9T22:09:50.7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24575,'19'0'0,"-8"0"0,8 0 0,-11 0 0,0 0 0,0 0 0,0 0 0,0 0 0,4 0 0,-3 0 0,6 0 0,-6 0 0,3 0 0,-4 0 0,0 0 0,0 0 0,0 0 0,0 0 0,0 0 0,-3 4 0,2-3 0,-6 6 0,2 1 0,-3 5 0,0 3 0,0 0 0,0 0 0,0 21 0,0-16 0,0 16 0,0-14 0,0-8 0,0 14 0,0-14 0,0 8 0,0-11 0,0 4 0,0-7 0,0 2 0,0-3 0,0 0 0,0 1 0,0-1 0,0 0 0,0 0 0,0 0 0,0 0 0,0 0 0,0 4 0,0 0 0,0 1 0,0-1 0,0-4 0,0 0 0,0 3 0,0-2 0,0 7 0,0-7 0,0 2 0,0 1 0,0 0 0,0 5 0,0-1 0,0-4 0,0 4 0,0-4 0,0 4 0,0 1 0,0-5 0,0 3 0,0-2 0,0 3 0,0 0 0,0-3 0,0 9 0,0-7 0,0 15 0,0-12 0,0 2 0,0-5 0,0-2 0,0-1 0,0 3 0,0-6 0,0 7 0,0-7 0,0 2 0,0 1 0,0-3 0,4 6 0,-3-2 0,2 3 0,-3 0 0,0 0 0,0 8 0,0-6 0,0 12 0,0-12 0,0 2 0,0 2 0,0-8 0,0 10 0,0-8 0,0-4 0,0 4 0,0-7 0,0 6 0,0-2 0,0-1 0,0 18 0,0-7 0,0 9 0,0-8 0,0-1 0,0-5 0,0 5 0,0-7 0,0-3 0,5 9 0,-4-7 0,4 8 0,-5-7 0,0 0 0,0 8 0,0 1 0,0 7 0,0-7 0,0-2 0,0 1 0,0-6 0,0 12 0,0-12 0,0 5 0,0-6 0,0-1 0,0 0 0,0 7 0,0-8 0,0 7 0,0-9 0,0-1 0,0 0 0,0-4 0,0 11 0,0-9 0,0 9 0,0-11 0,0 4 0,0-3 0,0 6 0,0 1 0,0 2 0,0 1 0,0-3 0,0-3 0,0-1 0,0-1 0,0-2 0,0 3 0,0-4 0,0 0 0,0 0 0,0 0 0,0 0 0,0 0 0,0 1 0,0-1 0,0 0 0,0 0 0,0 0 0,0 0 0,0 0 0,0 0 0,0 0 0,0 0 0,-4 0 0,4 0 0,-8 1 0,7-1 0,-6 0 0,6 0 0,-6 0 0,6 0 0,-6 0 0,3 4 0,-1-3 0,-2 2 0,6-3 0,-6 1 0,6-1 0,-6 3 0,2-2 0,1 3 0,-3-4 0,6 0 0,-6 0 0,2 0 0,-3 0 0,3 0 0,-2-3 0,3 2 0,-4-6 0,0 6 0,0-6 0,-1 3 0,1-1 0,0-2 0,0 6 0,-3-6 0,2 6 0,-3-6 0,4 6 0,7-6 0,5-8 0,5 1 0,3-9 0,-7 7 0,-2-1 0,-3 1 0,0 0 0,0 0 0,0 0 0,0 0 0,0 0 0,0 0 0,0 0 0,0 0 0,0 0 0,0 0 0,0 0 0,4-1 0,-3 1 0,6 0 0,-6 0 0,2 0 0,-3 18 0,0-6 0,0 14 0,0-10 0,0 1 0,0-1 0,0 0 0,0 3 0,0-2 0,0 3 0,0-4 0,0 4 0,0-3 0,0 2 0,0-3 0,0 1 0,0 2 0,0-2 0,0 3 0,0-4 0,0 0 0,0 4 0,4 0 0,-3 1 0,2-1 0,1-8 0,-3 3 0,6-6 0,-2 3 0,6-4 0,-2 0 0,3 0 0,-4 0 0,0 0 0,0 0 0,0 0 0,4 0 0,0 0 0,1 0 0,-1 0 0,-4 0 0,11 0 0,-9 0 0,13 0 0,-11 0 0,12 0 0,-6 0 0,12 4 0,-16-2 0,9 2 0,-14-4 0,2 4 0,-6-3 0,-1 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9T22:10:05.00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0 160 16383,'30'0'0,"-3"0"0,10 0 0,-16 4 0,23 1 0,-26 0 0,12 5 0,-5-4 0,21 7 0,-10-2 0,2-3 0,6 4 0,-2-11 0,7 11 0,-3-11 0,0 4 0,3-5 0,14 0 0,-22 0 0,17 0 0,-30 0 0,32 0 0,-25 0 0,11-5 0,-21 4 0,6-8 0,-14 7 0,14-2 0,-6-1 0,0 4 0,6-9 0,-17 9 0,16-4 0,-20 5 0,9 0 0,-7-3 0,0 2 0,5-3 0,-5 4 0,0 0 0,-1 0 0,-2 0 0,3 0 0,0 0 0,0 0 0,4 0 0,8 0 0,-10 0 0,5 0 0,-7 0 0,0 0 0,1 0 0,-2 0 0,-2 0 0,2 0 0,2 0 0,-1 0 0,0 0 0,-4-3 0,4 2 0,-3-3 0,2 0 0,5 0 0,-6-1 0,5-5 0,-7 4 0,0-5 0,-4 3 0,7-1 0,-9 1 0,9 0 0,-10-3 0,2 2 0,-3-3 0,0 0 0,-3 0 0,-2-4 0,-6-1 0,-2 5 0,4 0 0,-2 8 0,3 0 0,-1 4 0,-10 4 0,6-3 0,-3 6 0,0-3 0,4 1 0,-1 2 0,-2-6 0,-8 7 0,7-7 0,-17 4 0,19-5 0,-17 0 0,6 0 0,0 0 0,-19 0 0,23 0 0,-23 0 0,19 0 0,0 0 0,-6 0 0,6 0 0,0 0 0,-19 0 0,23 0 0,-37 0 0,30 0 0,-18 0 0,14 0 0,0 0 0,0 0 0,6 0 0,3 0 0,7 0 0,3 0 0,-9 0 0,11 0 0,-8-3 0,8 2 0,2-3 0,-7 0 0,-3 4 0,1-4 0,-5 4 0,10 0 0,1 0 0,4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9T22:10:07.28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16383,'69'29'0,"-9"-8"0,-51-14 0,3-3 0,0 1 0,0-2 0,4 1 0,8-3 0,-6 2 0,12-3 0,-5 0 0,21 0 0,3 0 0,14 0 0,-1 0 0,1-7 0,-1 6 0,1-13 0,-14 12 0,-3-10 0,-21 11 0,5-8 0,-12 7 0,6-2 0,-12 4 0,0 0 0,-4 0 0,4 0 0,-3 0 0,2 0 0,1 0 0,-3 0 0,3 0 0,-1 0 0,2 0 0,-1 0 0,0 0 0,0 3 0,-3-2 0,6 6 0,-2-6 0,3 3 0,0-1 0,-4-2 0,4 3 0,-4-4 0,4 0 0,1 0 0,-5 0 0,3 0 0,-2 0 0,10 0 0,-5-4 0,2 3 0,-5-2 0,-2 3 0,3 0 0,-3 0 0,-2 0 0,1-4 0,-3 3 0,3-2 0,-1 3 0,2 0 0,-1-4 0,0 3 0,-4-2 0,7 3 0,-5-4 0,5 3 0,-6-2 0,6-1 0,-2 3 0,3-3 0,-4 4 0,-4 0 0,4 0 0,-3 0 0,3 0 0,-1 0 0,-2 0 0,3 0 0,0 0 0,-3 0 0,2 0 0,1 0 0,-3 0 0,3 0 0,-1 0 0,-2 0 0,3 0 0,0 0 0,-4 0 0,4 0 0,0 0 0,-3 0 0,2 0 0,8 0 0,-8 0 0,4 0 0,-11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B079D3-C385-F247-84DD-6FF23DE70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88F59CF-B6C3-8D60-C9A6-E8BDAD486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167E8CB-A007-D9E9-E7ED-4B2DAC0E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46FCDB9-BC9D-FDCC-CB34-5DA998AC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7B5558F-38A3-1180-562F-27962AEEA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4168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916065-D1BB-9B0A-A7AE-7042C768B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FF6C5CF-CB43-5797-315F-F54F749BD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EF1485B-B183-9099-4B5D-980F89BC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4FD484A-21FB-BDA8-9CD1-1FD643B7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D6FE9C6-68F4-08E5-9A72-1C9FC9112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7736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40CE0-A050-ECAE-7B4D-23C864A6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699D9D2-6E14-EB90-EA6A-FEF55D190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4B7E089-D248-D93A-C170-D2CF6EBC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F515048-1348-ADCF-22D9-F7DD376E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7BD8183-4A87-CE3F-33E6-65A5FD92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363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7A9F00-E5C0-1649-C82E-108C73109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281E3B9-5369-B683-8B76-8DC6E837B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2947CBA-7D20-7507-F1D5-7B4C9B563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802A61B-E639-2750-132C-C8C49FEF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492F54B-9480-5D1E-AAEC-AD1E0CE8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0C8DF5D-F17E-5DA7-2640-9C59FCAF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837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4D1FE-2397-0854-C491-6A715C29E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5E92811-AFB2-EE04-178A-27BE37343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91C321B-A4F7-2769-0D4E-870B460D8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612E8684-3059-89DB-4FB6-5819111D0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2C95C43-16DC-F880-424C-9233E2592F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9EB6728E-2A80-A916-2918-0DE86B36E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DC8E3D98-FEDF-C4C1-64AF-4698DF1E1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21CD832-C6AC-03D8-6073-31AE403B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1897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E67DD3-800E-CB4B-0F4C-44A38964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7E03D45-F5EC-2A1E-B2A6-BBDFA171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3FCD616-E290-CC81-B2FC-C206F3C9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8D4968B7-E941-2DB7-2115-CAA9A909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626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F0585B52-3A8D-3920-52AB-E8FB452A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795A612-8FA6-A338-FD01-B092A0DA2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DD42B74-AECE-42E0-9610-7A1BBD3A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94627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C430B7-BFCF-A51B-D2D0-8E547B498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ED01128-7874-8494-D6FD-70DE3E8D8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6D8F8C8-51FB-DA18-9315-C907A7901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BC67B82-1196-323B-97CA-9ACD3BB3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153085B-5B30-9EC0-DC85-C5D35EA94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70708D9-7F38-1201-8E73-E3929FC62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2855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D359D8-DBED-4E79-2A47-6610A845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DDD78A3-A479-2EC3-6F87-8B7D0A6F3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2A95741-ACBD-C10E-8361-9DEC62949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4C9B350-2059-2F6A-F5F5-4FAC2939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A6F8227-3AD7-6F35-3F18-6A37337F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BC6C3AF-1D0A-9FFE-4C6C-B0819128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7587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BAAE4B-8128-28D2-3187-010F7ACA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4E5BDE37-E13B-CE7D-5D6D-8FD0903AE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73C00D1-1A30-0F3C-63EF-3D175087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816E59B-4F1B-0D99-BF42-654853D5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0A30DC8-E0F3-5D64-6D7A-9CA9A4939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122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B8D2CF4F-D45F-FA3C-9929-A00F53EB2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9B8F59F-8892-3FD4-EFF7-0613621AA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A570070-820B-734C-5E42-30F38C38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CAAF145-F1FB-0E92-9D2C-7E76EA0E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FD702EC-ED51-C9C5-1B4F-1BB1DA55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3935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rmal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tekst 5"/>
          <p:cNvSpPr>
            <a:spLocks noGrp="1"/>
          </p:cNvSpPr>
          <p:nvPr>
            <p:ph type="body" sz="quarter" idx="10" hasCustomPrompt="1"/>
          </p:nvPr>
        </p:nvSpPr>
        <p:spPr>
          <a:xfrm>
            <a:off x="680463" y="669694"/>
            <a:ext cx="10782160" cy="1143427"/>
          </a:xfrm>
          <a:prstGeom prst="rect">
            <a:avLst/>
          </a:prstGeom>
        </p:spPr>
        <p:txBody>
          <a:bodyPr/>
          <a:lstStyle>
            <a:lvl1pPr>
              <a:buNone/>
              <a:defRPr sz="2485" b="1" baseline="0">
                <a:solidFill>
                  <a:srgbClr val="FBB040"/>
                </a:solidFill>
              </a:defRPr>
            </a:lvl1pPr>
          </a:lstStyle>
          <a:p>
            <a:pPr lvl="0"/>
            <a:r>
              <a:rPr lang="da-DK" dirty="0"/>
              <a:t>Skriv titel</a:t>
            </a:r>
          </a:p>
        </p:txBody>
      </p:sp>
      <p:sp>
        <p:nvSpPr>
          <p:cNvPr id="5" name="Pladsholder til indhold 4"/>
          <p:cNvSpPr>
            <a:spLocks noGrp="1"/>
          </p:cNvSpPr>
          <p:nvPr>
            <p:ph sz="quarter" idx="12"/>
          </p:nvPr>
        </p:nvSpPr>
        <p:spPr>
          <a:xfrm>
            <a:off x="680463" y="2116876"/>
            <a:ext cx="10782160" cy="3773393"/>
          </a:xfrm>
          <a:prstGeom prst="rect">
            <a:avLst/>
          </a:prstGeom>
        </p:spPr>
        <p:txBody>
          <a:bodyPr/>
          <a:lstStyle>
            <a:lvl1pPr>
              <a:defRPr sz="1795"/>
            </a:lvl1pPr>
            <a:lvl2pPr>
              <a:defRPr sz="1381"/>
            </a:lvl2pPr>
            <a:lvl3pPr>
              <a:defRPr sz="1381"/>
            </a:lvl3pPr>
            <a:lvl4pPr>
              <a:defRPr sz="1381"/>
            </a:lvl4pPr>
            <a:lvl5pPr>
              <a:defRPr sz="138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8426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9E4465DF-61CC-309F-E91D-78B0F7D8F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55DB23F-B54F-3AEB-ABE2-36D352F26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56B2C89-A5B9-F13C-DAB2-C424343BF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782F3C-218D-4E61-5EB5-E3BC8818F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903E5E7-43CC-7F86-FB4D-40D0E4BE2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063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70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25.png"/><Relationship Id="rId7" Type="http://schemas.openxmlformats.org/officeDocument/2006/relationships/image" Target="../media/image15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.xml"/><Relationship Id="rId11" Type="http://schemas.openxmlformats.org/officeDocument/2006/relationships/image" Target="../media/image27.png"/><Relationship Id="rId5" Type="http://schemas.openxmlformats.org/officeDocument/2006/relationships/image" Target="../media/image141.png"/><Relationship Id="rId10" Type="http://schemas.openxmlformats.org/officeDocument/2006/relationships/image" Target="../media/image26.png"/><Relationship Id="rId4" Type="http://schemas.openxmlformats.org/officeDocument/2006/relationships/customXml" Target="../ink/ink3.xml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25.png"/><Relationship Id="rId7" Type="http://schemas.openxmlformats.org/officeDocument/2006/relationships/customXml" Target="../ink/ink7.xml"/><Relationship Id="rId12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0.png"/><Relationship Id="rId11" Type="http://schemas.openxmlformats.org/officeDocument/2006/relationships/image" Target="../media/image31.png"/><Relationship Id="rId5" Type="http://schemas.openxmlformats.org/officeDocument/2006/relationships/customXml" Target="../ink/ink6.xml"/><Relationship Id="rId10" Type="http://schemas.openxmlformats.org/officeDocument/2006/relationships/image" Target="../media/image230.png"/><Relationship Id="rId4" Type="http://schemas.openxmlformats.org/officeDocument/2006/relationships/image" Target="../media/image30.png"/><Relationship Id="rId9" Type="http://schemas.openxmlformats.org/officeDocument/2006/relationships/customXml" Target="../ink/ink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7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19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customXml" Target="../ink/ink10.xml"/><Relationship Id="rId7" Type="http://schemas.openxmlformats.org/officeDocument/2006/relationships/customXml" Target="../ink/ink11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3.png"/><Relationship Id="rId10" Type="http://schemas.openxmlformats.org/officeDocument/2006/relationships/image" Target="../media/image180.png"/><Relationship Id="rId4" Type="http://schemas.openxmlformats.org/officeDocument/2006/relationships/image" Target="../media/image140.png"/><Relationship Id="rId9" Type="http://schemas.openxmlformats.org/officeDocument/2006/relationships/customXml" Target="../ink/ink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57.png"/><Relationship Id="rId7" Type="http://schemas.openxmlformats.org/officeDocument/2006/relationships/customXml" Target="../ink/ink14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customXml" Target="../ink/ink13.xml"/><Relationship Id="rId10" Type="http://schemas.openxmlformats.org/officeDocument/2006/relationships/image" Target="../media/image340.png"/><Relationship Id="rId4" Type="http://schemas.openxmlformats.org/officeDocument/2006/relationships/image" Target="../media/image58.png"/><Relationship Id="rId9" Type="http://schemas.openxmlformats.org/officeDocument/2006/relationships/customXml" Target="../ink/ink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mk.dk/api/v1/docs/#/Artists/searchPersons" TargetMode="External"/><Relationship Id="rId2" Type="http://schemas.openxmlformats.org/officeDocument/2006/relationships/hyperlink" Target="https://openweathermap.org/api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ewsapi.org/" TargetMode="External"/><Relationship Id="rId4" Type="http://schemas.openxmlformats.org/officeDocument/2006/relationships/hyperlink" Target="https://data.smartdublin.ie/dublinbikes-ap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tøj, person, Ansigt, menneske&#10;&#10;Automatisk genereret beskrivelse">
            <a:extLst>
              <a:ext uri="{FF2B5EF4-FFF2-40B4-BE49-F238E27FC236}">
                <a16:creationId xmlns:a16="http://schemas.microsoft.com/office/drawing/2014/main" id="{1D540ED2-A686-290D-4D55-F6087C462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98" y="934881"/>
            <a:ext cx="10904941" cy="498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4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D309-AFAA-80B6-788B-4B741645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Pladsholder til indhold 4">
            <a:extLst>
              <a:ext uri="{FF2B5EF4-FFF2-40B4-BE49-F238E27FC236}">
                <a16:creationId xmlns:a16="http://schemas.microsoft.com/office/drawing/2014/main" id="{4FF84296-73BB-9E32-A044-DB8C95CEB7FA}"/>
              </a:ext>
            </a:extLst>
          </p:cNvPr>
          <p:cNvGraphicFramePr>
            <a:graphicFrameLocks/>
          </p:cNvGraphicFramePr>
          <p:nvPr/>
        </p:nvGraphicFramePr>
        <p:xfrm>
          <a:off x="619281" y="303302"/>
          <a:ext cx="10760805" cy="5088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2269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EF195-1643-FFC8-6B2F-2F76B86FF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1">
            <a:extLst>
              <a:ext uri="{FF2B5EF4-FFF2-40B4-BE49-F238E27FC236}">
                <a16:creationId xmlns:a16="http://schemas.microsoft.com/office/drawing/2014/main" id="{E9AA8EA2-D49F-3286-A1C5-82720BA6D49D}"/>
              </a:ext>
            </a:extLst>
          </p:cNvPr>
          <p:cNvSpPr txBox="1"/>
          <p:nvPr/>
        </p:nvSpPr>
        <p:spPr>
          <a:xfrm>
            <a:off x="500247" y="677776"/>
            <a:ext cx="27490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000">
                <a:solidFill>
                  <a:srgbClr val="FFC000"/>
                </a:solidFill>
              </a:rPr>
              <a:t>Opvarmning</a:t>
            </a:r>
            <a:endParaRPr lang="da-DK">
              <a:solidFill>
                <a:srgbClr val="FFC000"/>
              </a:solidFill>
            </a:endParaRP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EAA758D9-2E7E-F484-A61F-7EBC1B4FE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054" y="438542"/>
            <a:ext cx="4899891" cy="3683308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17BBFBAB-8487-DF38-B8B4-2FB6E2C44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25" y="4544078"/>
            <a:ext cx="7772400" cy="892299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42C94F35-18FE-3892-236E-8D23A02B5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083" y="1015084"/>
            <a:ext cx="2398626" cy="3975143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DCCC20EC-0D06-790B-75DE-CCB15D83B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25" y="5738854"/>
            <a:ext cx="7772400" cy="908253"/>
          </a:xfrm>
          <a:prstGeom prst="rect">
            <a:avLst/>
          </a:prstGeom>
        </p:spPr>
      </p:pic>
      <p:pic>
        <p:nvPicPr>
          <p:cNvPr id="14" name="Billede 13" descr="Et billede, der indeholder tekst, Font/skrifttype, nummer/tal, skærmbillede&#10;&#10;Automatisk genereret beskrivelse">
            <a:extLst>
              <a:ext uri="{FF2B5EF4-FFF2-40B4-BE49-F238E27FC236}">
                <a16:creationId xmlns:a16="http://schemas.microsoft.com/office/drawing/2014/main" id="{0AB0F616-ADD6-05F0-2357-E6BC1E54D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247" y="2280196"/>
            <a:ext cx="3733800" cy="1701800"/>
          </a:xfrm>
          <a:prstGeom prst="rect">
            <a:avLst/>
          </a:prstGeom>
        </p:spPr>
      </p:pic>
      <p:sp>
        <p:nvSpPr>
          <p:cNvPr id="15" name="Tekstfelt 14">
            <a:extLst>
              <a:ext uri="{FF2B5EF4-FFF2-40B4-BE49-F238E27FC236}">
                <a16:creationId xmlns:a16="http://schemas.microsoft.com/office/drawing/2014/main" id="{CAF45B04-C0FA-50AA-F021-0CBBB02764C5}"/>
              </a:ext>
            </a:extLst>
          </p:cNvPr>
          <p:cNvSpPr txBox="1"/>
          <p:nvPr/>
        </p:nvSpPr>
        <p:spPr>
          <a:xfrm>
            <a:off x="559624" y="1910864"/>
            <a:ext cx="2415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1) Testdf, setseed(1234)</a:t>
            </a:r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F617E719-6ACD-13EC-6553-DE3EC3E3603D}"/>
              </a:ext>
            </a:extLst>
          </p:cNvPr>
          <p:cNvSpPr txBox="1"/>
          <p:nvPr/>
        </p:nvSpPr>
        <p:spPr>
          <a:xfrm>
            <a:off x="8782083" y="645752"/>
            <a:ext cx="1141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3) compdf</a:t>
            </a:r>
          </a:p>
        </p:txBody>
      </p:sp>
      <p:sp>
        <p:nvSpPr>
          <p:cNvPr id="17" name="Tekstfelt 16">
            <a:extLst>
              <a:ext uri="{FF2B5EF4-FFF2-40B4-BE49-F238E27FC236}">
                <a16:creationId xmlns:a16="http://schemas.microsoft.com/office/drawing/2014/main" id="{4F7D0193-23A9-CAC8-1058-5419AC9DBBA7}"/>
              </a:ext>
            </a:extLst>
          </p:cNvPr>
          <p:cNvSpPr txBox="1"/>
          <p:nvPr/>
        </p:nvSpPr>
        <p:spPr>
          <a:xfrm>
            <a:off x="661034" y="4241601"/>
            <a:ext cx="940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4) colldf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AE25BE7D-49A9-E887-E5D2-84BA386EDBDA}"/>
              </a:ext>
            </a:extLst>
          </p:cNvPr>
          <p:cNvSpPr txBox="1"/>
          <p:nvPr/>
        </p:nvSpPr>
        <p:spPr>
          <a:xfrm>
            <a:off x="3589076" y="102638"/>
            <a:ext cx="1018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2) colllist</a:t>
            </a:r>
          </a:p>
        </p:txBody>
      </p:sp>
      <p:sp>
        <p:nvSpPr>
          <p:cNvPr id="19" name="Tekstfelt 18">
            <a:extLst>
              <a:ext uri="{FF2B5EF4-FFF2-40B4-BE49-F238E27FC236}">
                <a16:creationId xmlns:a16="http://schemas.microsoft.com/office/drawing/2014/main" id="{DC259967-3F53-4F75-14C8-4A027AEA0225}"/>
              </a:ext>
            </a:extLst>
          </p:cNvPr>
          <p:cNvSpPr txBox="1"/>
          <p:nvPr/>
        </p:nvSpPr>
        <p:spPr>
          <a:xfrm>
            <a:off x="661034" y="5436377"/>
            <a:ext cx="3386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5) Colldf med rowmeans fra testdf</a:t>
            </a:r>
          </a:p>
        </p:txBody>
      </p:sp>
    </p:spTree>
    <p:extLst>
      <p:ext uri="{BB962C8B-B14F-4D97-AF65-F5344CB8AC3E}">
        <p14:creationId xmlns:p14="http://schemas.microsoft.com/office/powerpoint/2010/main" val="2890845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A0F254-88C6-430E-A4E6-E9BF036B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535" y="463557"/>
            <a:ext cx="6912584" cy="1022371"/>
          </a:xfr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 sz="2000" b="1">
                <a:solidFill>
                  <a:schemeClr val="accent4"/>
                </a:solidFill>
              </a:rPr>
              <a:t>Data science </a:t>
            </a:r>
            <a:r>
              <a:rPr lang="en-US" sz="2000" b="1" err="1">
                <a:solidFill>
                  <a:schemeClr val="accent4"/>
                </a:solidFill>
              </a:rPr>
              <a:t>processen</a:t>
            </a:r>
            <a:r>
              <a:rPr lang="en-US" sz="2000" b="1">
                <a:solidFill>
                  <a:schemeClr val="accent4"/>
                </a:solidFill>
              </a:rPr>
              <a:t> - </a:t>
            </a:r>
            <a:r>
              <a:rPr lang="en-US" sz="2000" b="1" err="1">
                <a:solidFill>
                  <a:schemeClr val="accent4"/>
                </a:solidFill>
              </a:rPr>
              <a:t>en</a:t>
            </a:r>
            <a:r>
              <a:rPr lang="en-US" sz="2000" b="1">
                <a:solidFill>
                  <a:schemeClr val="accent4"/>
                </a:solidFill>
              </a:rPr>
              <a:t> plan med </a:t>
            </a:r>
            <a:r>
              <a:rPr lang="en-US" sz="2000" b="1" err="1">
                <a:solidFill>
                  <a:schemeClr val="accent4"/>
                </a:solidFill>
              </a:rPr>
              <a:t>seks</a:t>
            </a:r>
            <a:br>
              <a:rPr lang="en-US" sz="2000" b="1">
                <a:solidFill>
                  <a:schemeClr val="accent4"/>
                </a:solidFill>
              </a:rPr>
            </a:br>
            <a:r>
              <a:rPr lang="en-US" sz="2000" b="1">
                <a:solidFill>
                  <a:schemeClr val="accent4"/>
                </a:solidFill>
              </a:rPr>
              <a:t> trin der er </a:t>
            </a:r>
            <a:r>
              <a:rPr lang="en-US" sz="2000" b="1" err="1">
                <a:solidFill>
                  <a:schemeClr val="accent4"/>
                </a:solidFill>
              </a:rPr>
              <a:t>gennemgående</a:t>
            </a:r>
            <a:r>
              <a:rPr lang="en-US" sz="2000" b="1">
                <a:solidFill>
                  <a:schemeClr val="accent4"/>
                </a:solidFill>
              </a:rPr>
              <a:t> </a:t>
            </a:r>
            <a:r>
              <a:rPr lang="en-US" sz="2000" b="1" err="1">
                <a:solidFill>
                  <a:schemeClr val="accent4"/>
                </a:solidFill>
              </a:rPr>
              <a:t>i</a:t>
            </a:r>
            <a:r>
              <a:rPr lang="en-US" sz="2000" b="1">
                <a:solidFill>
                  <a:schemeClr val="accent4"/>
                </a:solidFill>
              </a:rPr>
              <a:t> </a:t>
            </a:r>
            <a:r>
              <a:rPr lang="en-US" sz="2000" b="1" err="1">
                <a:solidFill>
                  <a:schemeClr val="accent4"/>
                </a:solidFill>
              </a:rPr>
              <a:t>uddannelsen</a:t>
            </a:r>
            <a:endParaRPr lang="en-US" sz="2000">
              <a:solidFill>
                <a:schemeClr val="accent4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283BC91-5550-4AFD-9AF7-F04773F608F7}"/>
              </a:ext>
            </a:extLst>
          </p:cNvPr>
          <p:cNvSpPr txBox="1"/>
          <p:nvPr/>
        </p:nvSpPr>
        <p:spPr>
          <a:xfrm>
            <a:off x="455341" y="1738533"/>
            <a:ext cx="3858874" cy="4159824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450"/>
              </a:spcAft>
            </a:pPr>
            <a:r>
              <a:rPr lang="en-US" b="1" dirty="0" err="1">
                <a:solidFill>
                  <a:prstClr val="black"/>
                </a:solidFill>
                <a:latin typeface="Verdana" panose="020B0604030504040204"/>
              </a:rPr>
              <a:t>Som</a:t>
            </a:r>
            <a:r>
              <a:rPr lang="en-US" b="1" dirty="0">
                <a:solidFill>
                  <a:prstClr val="black"/>
                </a:solidFill>
                <a:latin typeface="Verdana" panose="020B0604030504040204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Verdana" panose="020B0604030504040204"/>
              </a:rPr>
              <a:t>studerende</a:t>
            </a:r>
            <a:r>
              <a:rPr lang="en-US" b="1" dirty="0">
                <a:solidFill>
                  <a:prstClr val="black"/>
                </a:solidFill>
                <a:latin typeface="Verdana" panose="020B0604030504040204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Verdana" panose="020B0604030504040204"/>
              </a:rPr>
              <a:t>vil</a:t>
            </a:r>
            <a:r>
              <a:rPr lang="en-US" b="1" dirty="0">
                <a:solidFill>
                  <a:prstClr val="black"/>
                </a:solidFill>
                <a:latin typeface="Verdana" panose="020B0604030504040204"/>
              </a:rPr>
              <a:t> du:</a:t>
            </a:r>
          </a:p>
          <a:p>
            <a:pPr marL="300038" indent="-257175">
              <a:lnSpc>
                <a:spcPct val="90000"/>
              </a:lnSpc>
              <a:spcAft>
                <a:spcPts val="45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Få</a:t>
            </a: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øvelse</a:t>
            </a: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i</a:t>
            </a: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 at </a:t>
            </a: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eksekvere</a:t>
            </a: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planen</a:t>
            </a:r>
            <a:endParaRPr lang="en-US" dirty="0">
              <a:solidFill>
                <a:prstClr val="black"/>
              </a:solidFill>
              <a:latin typeface="Verdana" panose="020B0604030504040204"/>
            </a:endParaRPr>
          </a:p>
          <a:p>
            <a:pPr marL="300038" indent="-257175">
              <a:lnSpc>
                <a:spcPct val="90000"/>
              </a:lnSpc>
              <a:spcAft>
                <a:spcPts val="45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Komme</a:t>
            </a: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i</a:t>
            </a: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dybden</a:t>
            </a: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 med de </a:t>
            </a: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enkelte</a:t>
            </a: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 stationer </a:t>
            </a:r>
          </a:p>
          <a:p>
            <a:pPr marL="300038" indent="-257175">
              <a:lnSpc>
                <a:spcPct val="90000"/>
              </a:lnSpc>
              <a:spcAft>
                <a:spcPts val="45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Iterere</a:t>
            </a: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 over </a:t>
            </a: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planen</a:t>
            </a: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 med </a:t>
            </a: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forskellige</a:t>
            </a: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 grader </a:t>
            </a: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af</a:t>
            </a: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kompleksitet</a:t>
            </a:r>
            <a:endParaRPr lang="en-US" dirty="0">
              <a:solidFill>
                <a:prstClr val="black"/>
              </a:solidFill>
              <a:latin typeface="Verdana" panose="020B0604030504040204"/>
            </a:endParaRPr>
          </a:p>
          <a:p>
            <a:pPr marL="42863">
              <a:lnSpc>
                <a:spcPct val="90000"/>
              </a:lnSpc>
              <a:spcAft>
                <a:spcPts val="450"/>
              </a:spcAft>
            </a:pPr>
            <a:endParaRPr lang="en-US" b="1" dirty="0">
              <a:solidFill>
                <a:prstClr val="black"/>
              </a:solidFill>
              <a:latin typeface="Verdana" panose="020B0604030504040204"/>
            </a:endParaRPr>
          </a:p>
          <a:p>
            <a:pPr marL="42863">
              <a:lnSpc>
                <a:spcPct val="90000"/>
              </a:lnSpc>
              <a:spcAft>
                <a:spcPts val="450"/>
              </a:spcAft>
            </a:pPr>
            <a:r>
              <a:rPr lang="en-US" b="1" dirty="0" err="1">
                <a:solidFill>
                  <a:prstClr val="black"/>
                </a:solidFill>
                <a:latin typeface="Verdana" panose="020B0604030504040204"/>
              </a:rPr>
              <a:t>Planen</a:t>
            </a:r>
            <a:r>
              <a:rPr lang="en-US" b="1" dirty="0">
                <a:solidFill>
                  <a:prstClr val="black"/>
                </a:solidFill>
                <a:latin typeface="Verdana" panose="020B0604030504040204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Verdana" panose="020B0604030504040204"/>
              </a:rPr>
              <a:t>dækker</a:t>
            </a:r>
            <a:r>
              <a:rPr lang="en-US" b="1" dirty="0">
                <a:solidFill>
                  <a:prstClr val="black"/>
                </a:solidFill>
                <a:latin typeface="Verdana" panose="020B0604030504040204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Verdana" panose="020B0604030504040204"/>
              </a:rPr>
              <a:t>rollerne</a:t>
            </a:r>
            <a:r>
              <a:rPr lang="en-US" b="1" dirty="0">
                <a:solidFill>
                  <a:prstClr val="black"/>
                </a:solidFill>
                <a:latin typeface="Verdana" panose="020B0604030504040204"/>
              </a:rPr>
              <a:t>:</a:t>
            </a:r>
          </a:p>
          <a:p>
            <a:pPr marL="642938" lvl="1" indent="-257175">
              <a:lnSpc>
                <a:spcPct val="90000"/>
              </a:lnSpc>
              <a:spcAft>
                <a:spcPts val="450"/>
              </a:spcAft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Data engineer (trin 1-2) Flow 3</a:t>
            </a:r>
          </a:p>
          <a:p>
            <a:pPr marL="642938" lvl="1" indent="-257175">
              <a:lnSpc>
                <a:spcPct val="90000"/>
              </a:lnSpc>
              <a:spcAft>
                <a:spcPts val="450"/>
              </a:spcAft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Data analyst (</a:t>
            </a:r>
            <a:r>
              <a:rPr lang="en-US" dirty="0" err="1">
                <a:solidFill>
                  <a:prstClr val="black"/>
                </a:solidFill>
                <a:latin typeface="Verdana" panose="020B0604030504040204"/>
              </a:rPr>
              <a:t>trin</a:t>
            </a: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 3-5) Flow 1</a:t>
            </a:r>
          </a:p>
          <a:p>
            <a:pPr marL="642938" lvl="1" indent="-257175">
              <a:lnSpc>
                <a:spcPct val="90000"/>
              </a:lnSpc>
              <a:spcAft>
                <a:spcPts val="450"/>
              </a:spcAft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prstClr val="black"/>
                </a:solidFill>
                <a:latin typeface="Verdana" panose="020B0604030504040204"/>
              </a:rPr>
              <a:t>Data scientist(trin 4-6) Flow 2</a:t>
            </a:r>
          </a:p>
          <a:p>
            <a:pPr lvl="1"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prstClr val="black"/>
              </a:solidFill>
              <a:latin typeface="Verdana" panose="020B0604030504040204"/>
            </a:endParaRP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prstClr val="black"/>
              </a:solidFill>
              <a:latin typeface="Verdana" panose="020B0604030504040204"/>
            </a:endParaRP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prstClr val="black"/>
              </a:solidFill>
              <a:latin typeface="Verdana" panose="020B0604030504040204"/>
            </a:endParaRP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prstClr val="black"/>
              </a:solidFill>
              <a:latin typeface="Verdana" panose="020B0604030504040204"/>
            </a:endParaRP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prstClr val="black"/>
              </a:solidFill>
              <a:latin typeface="Verdana" panose="020B0604030504040204"/>
            </a:endParaRP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prstClr val="black"/>
              </a:solidFill>
              <a:latin typeface="Verdana" panose="020B0604030504040204"/>
            </a:endParaRP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0E225E14-E7D7-444A-AD9F-D9DB5C3DA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323" t="23062" r="43137" b="15999"/>
          <a:stretch/>
        </p:blipFill>
        <p:spPr>
          <a:xfrm>
            <a:off x="4040659" y="-366002"/>
            <a:ext cx="6627341" cy="6981350"/>
          </a:xfrm>
          <a:prstGeom prst="rect">
            <a:avLst/>
          </a:prstGeom>
        </p:spPr>
      </p:pic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B48BA881-58B0-4FDE-B939-0C0BB6D6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1950" y="5624513"/>
            <a:ext cx="2057400" cy="273844"/>
          </a:xfrm>
        </p:spPr>
        <p:txBody>
          <a:bodyPr vert="horz" lIns="68580" tIns="34290" rIns="68580" bIns="34290" rtlCol="0" anchor="ctr">
            <a:normAutofit/>
          </a:bodyPr>
          <a:lstStyle/>
          <a:p>
            <a:pPr>
              <a:spcAft>
                <a:spcPts val="450"/>
              </a:spcAft>
            </a:pPr>
            <a:fld id="{6EF7D94A-F1B8-446D-AB51-F68257B94613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spcAft>
                  <a:spcPts val="450"/>
                </a:spcAft>
              </a:pPr>
              <a:t>4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A1B2C352-A43A-4D38-9741-9DE0CB72E190}"/>
              </a:ext>
            </a:extLst>
          </p:cNvPr>
          <p:cNvSpPr txBox="1"/>
          <p:nvPr/>
        </p:nvSpPr>
        <p:spPr>
          <a:xfrm>
            <a:off x="3511728" y="6350170"/>
            <a:ext cx="314646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>
                <a:solidFill>
                  <a:prstClr val="black"/>
                </a:solidFill>
                <a:latin typeface="Verdana" panose="020B0604030504040204"/>
              </a:rPr>
              <a:t>Kilde: </a:t>
            </a:r>
            <a:r>
              <a:rPr lang="da-DK" sz="900" err="1">
                <a:solidFill>
                  <a:prstClr val="black"/>
                </a:solidFill>
                <a:latin typeface="Verdana" panose="020B0604030504040204"/>
              </a:rPr>
              <a:t>Introducing</a:t>
            </a:r>
            <a:r>
              <a:rPr lang="da-DK" sz="900">
                <a:solidFill>
                  <a:prstClr val="black"/>
                </a:solidFill>
                <a:latin typeface="Verdana" panose="020B0604030504040204"/>
              </a:rPr>
              <a:t> Data Science, </a:t>
            </a:r>
            <a:r>
              <a:rPr lang="da-DK" sz="900" err="1">
                <a:solidFill>
                  <a:prstClr val="black"/>
                </a:solidFill>
                <a:latin typeface="Verdana" panose="020B0604030504040204"/>
              </a:rPr>
              <a:t>Cielen</a:t>
            </a:r>
            <a:r>
              <a:rPr lang="da-DK" sz="900">
                <a:solidFill>
                  <a:prstClr val="black"/>
                </a:solidFill>
                <a:latin typeface="Verdana" panose="020B0604030504040204"/>
              </a:rPr>
              <a:t>, </a:t>
            </a:r>
            <a:r>
              <a:rPr lang="da-DK" sz="900" err="1">
                <a:solidFill>
                  <a:prstClr val="black"/>
                </a:solidFill>
                <a:latin typeface="Verdana" panose="020B0604030504040204"/>
              </a:rPr>
              <a:t>Meysman</a:t>
            </a:r>
            <a:r>
              <a:rPr lang="da-DK" sz="900">
                <a:solidFill>
                  <a:prstClr val="black"/>
                </a:solidFill>
                <a:latin typeface="Verdana" panose="020B0604030504040204"/>
              </a:rPr>
              <a:t> &amp; Ali, Manning</a:t>
            </a:r>
          </a:p>
          <a:p>
            <a:endParaRPr lang="da-DK" sz="900">
              <a:solidFill>
                <a:prstClr val="black"/>
              </a:solidFill>
              <a:latin typeface="Verdana" panose="020B0604030504040204"/>
            </a:endParaRPr>
          </a:p>
        </p:txBody>
      </p:sp>
    </p:spTree>
    <p:extLst>
      <p:ext uri="{BB962C8B-B14F-4D97-AF65-F5344CB8AC3E}">
        <p14:creationId xmlns:p14="http://schemas.microsoft.com/office/powerpoint/2010/main" val="3058714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21AFE3CD-208D-5DAD-64F8-01A9C114B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0475" y="624111"/>
            <a:ext cx="4473147" cy="6090307"/>
          </a:xfrm>
        </p:spPr>
      </p:pic>
      <p:grpSp>
        <p:nvGrpSpPr>
          <p:cNvPr id="11" name="Gruppe 10">
            <a:extLst>
              <a:ext uri="{FF2B5EF4-FFF2-40B4-BE49-F238E27FC236}">
                <a16:creationId xmlns:a16="http://schemas.microsoft.com/office/drawing/2014/main" id="{9839817A-3E8C-E3B2-B470-FB62FBE55EC8}"/>
              </a:ext>
            </a:extLst>
          </p:cNvPr>
          <p:cNvGrpSpPr/>
          <p:nvPr/>
        </p:nvGrpSpPr>
        <p:grpSpPr>
          <a:xfrm>
            <a:off x="316305" y="2306193"/>
            <a:ext cx="4812908" cy="1697713"/>
            <a:chOff x="358346" y="908317"/>
            <a:chExt cx="4812908" cy="1697713"/>
          </a:xfrm>
        </p:grpSpPr>
        <p:pic>
          <p:nvPicPr>
            <p:cNvPr id="7" name="Billede 6" descr="Et billede, der indeholder tekst&#10;&#10;Automatisk genereret beskrivelse">
              <a:extLst>
                <a:ext uri="{FF2B5EF4-FFF2-40B4-BE49-F238E27FC236}">
                  <a16:creationId xmlns:a16="http://schemas.microsoft.com/office/drawing/2014/main" id="{9A326A1D-F2B1-1AE8-E562-E4A301FC6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346" y="908317"/>
              <a:ext cx="4015946" cy="13716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Håndskrift 7">
                  <a:extLst>
                    <a:ext uri="{FF2B5EF4-FFF2-40B4-BE49-F238E27FC236}">
                      <a16:creationId xmlns:a16="http://schemas.microsoft.com/office/drawing/2014/main" id="{26F4D68C-0A9F-6A86-DC45-EFEF3A31A7A4}"/>
                    </a:ext>
                  </a:extLst>
                </p14:cNvPr>
                <p14:cNvContentPartPr/>
                <p14:nvPr/>
              </p14:nvContentPartPr>
              <p14:xfrm>
                <a:off x="767374" y="1641950"/>
                <a:ext cx="3727440" cy="964080"/>
              </p14:xfrm>
            </p:contentPart>
          </mc:Choice>
          <mc:Fallback xmlns="">
            <p:pic>
              <p:nvPicPr>
                <p:cNvPr id="8" name="Håndskrift 7">
                  <a:extLst>
                    <a:ext uri="{FF2B5EF4-FFF2-40B4-BE49-F238E27FC236}">
                      <a16:creationId xmlns:a16="http://schemas.microsoft.com/office/drawing/2014/main" id="{26F4D68C-0A9F-6A86-DC45-EFEF3A31A7A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8374" y="1632950"/>
                  <a:ext cx="3745080" cy="9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Håndskrift 8">
                  <a:extLst>
                    <a:ext uri="{FF2B5EF4-FFF2-40B4-BE49-F238E27FC236}">
                      <a16:creationId xmlns:a16="http://schemas.microsoft.com/office/drawing/2014/main" id="{D03ABF10-81DB-BD12-F2E4-0B8ABC643A8D}"/>
                    </a:ext>
                  </a:extLst>
                </p14:cNvPr>
                <p14:cNvContentPartPr/>
                <p14:nvPr/>
              </p14:nvContentPartPr>
              <p14:xfrm>
                <a:off x="4501654" y="2002670"/>
                <a:ext cx="669600" cy="329040"/>
              </p14:xfrm>
            </p:contentPart>
          </mc:Choice>
          <mc:Fallback xmlns="">
            <p:pic>
              <p:nvPicPr>
                <p:cNvPr id="9" name="Håndskrift 8">
                  <a:extLst>
                    <a:ext uri="{FF2B5EF4-FFF2-40B4-BE49-F238E27FC236}">
                      <a16:creationId xmlns:a16="http://schemas.microsoft.com/office/drawing/2014/main" id="{D03ABF10-81DB-BD12-F2E4-0B8ABC643A8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93014" y="1993670"/>
                  <a:ext cx="687240" cy="346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itel 1">
            <a:extLst>
              <a:ext uri="{FF2B5EF4-FFF2-40B4-BE49-F238E27FC236}">
                <a16:creationId xmlns:a16="http://schemas.microsoft.com/office/drawing/2014/main" id="{68135910-CBA4-BB75-AE63-26891843C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801"/>
            <a:ext cx="4395952" cy="1004889"/>
          </a:xfrm>
        </p:spPr>
        <p:txBody>
          <a:bodyPr>
            <a:normAutofit/>
          </a:bodyPr>
          <a:lstStyle/>
          <a:p>
            <a:r>
              <a:rPr lang="da-DK"/>
              <a:t>Data-retrieval</a:t>
            </a:r>
          </a:p>
        </p:txBody>
      </p:sp>
    </p:spTree>
    <p:extLst>
      <p:ext uri="{BB962C8B-B14F-4D97-AF65-F5344CB8AC3E}">
        <p14:creationId xmlns:p14="http://schemas.microsoft.com/office/powerpoint/2010/main" val="4205503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831DD6-3CDD-DBD4-AF50-FDB753E2D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Data-retrieval: Public API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D3DD9545-D485-3964-D74D-59F69DAD0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8861" y="1453708"/>
            <a:ext cx="6601239" cy="3931886"/>
          </a:xfrm>
        </p:spPr>
      </p:pic>
    </p:spTree>
    <p:extLst>
      <p:ext uri="{BB962C8B-B14F-4D97-AF65-F5344CB8AC3E}">
        <p14:creationId xmlns:p14="http://schemas.microsoft.com/office/powerpoint/2010/main" val="2192207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04622F1-6A5C-5D7C-56CF-022EFCC5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801"/>
            <a:ext cx="10515600" cy="1004889"/>
          </a:xfrm>
        </p:spPr>
        <p:txBody>
          <a:bodyPr/>
          <a:lstStyle/>
          <a:p>
            <a:r>
              <a:rPr lang="da-DK"/>
              <a:t>Data-retrieval: Public API -&gt; Investigate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0BA92327-FEC1-B044-4832-534009277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351" y="1924050"/>
            <a:ext cx="6329749" cy="352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37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969E3EA-F07F-2047-BF34-78BF27EC3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80" y="816097"/>
            <a:ext cx="5320878" cy="4343400"/>
          </a:xfrm>
          <a:prstGeom prst="rect">
            <a:avLst/>
          </a:prstGeom>
        </p:spPr>
      </p:pic>
      <p:pic>
        <p:nvPicPr>
          <p:cNvPr id="6" name="Billede 5" descr="Et billede, der indeholder tekst, Font/skrifttype, skærmbillede, design&#10;&#10;Automatisk genereret beskrivelse">
            <a:extLst>
              <a:ext uri="{FF2B5EF4-FFF2-40B4-BE49-F238E27FC236}">
                <a16:creationId xmlns:a16="http://schemas.microsoft.com/office/drawing/2014/main" id="{05AB5735-65D1-932E-F7A9-5485CE379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958" y="558472"/>
            <a:ext cx="40386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6B71683B-235B-8441-8D94-1592886B77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382" y="697215"/>
            <a:ext cx="2408099" cy="654610"/>
          </a:xfrm>
        </p:spPr>
        <p:txBody>
          <a:bodyPr>
            <a:normAutofit/>
          </a:bodyPr>
          <a:lstStyle/>
          <a:p>
            <a:r>
              <a:rPr lang="da-DK" sz="3600" dirty="0"/>
              <a:t>API Intro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A2262641-9930-58F6-2821-F9F055031FCB}"/>
              </a:ext>
            </a:extLst>
          </p:cNvPr>
          <p:cNvSpPr txBox="1"/>
          <p:nvPr/>
        </p:nvSpPr>
        <p:spPr>
          <a:xfrm>
            <a:off x="483382" y="1254897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>
                <a:solidFill>
                  <a:srgbClr val="354147"/>
                </a:solidFill>
                <a:effectLst/>
                <a:latin typeface="Helvetica" pitchFamily="2" charset="0"/>
              </a:rPr>
              <a:t>What An API Is and Why It's Valuable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2453B5E3-D605-D5D0-2FFA-274F5AB0CA2D}"/>
              </a:ext>
            </a:extLst>
          </p:cNvPr>
          <p:cNvSpPr txBox="1"/>
          <p:nvPr/>
        </p:nvSpPr>
        <p:spPr>
          <a:xfrm>
            <a:off x="664177" y="1624229"/>
            <a:ext cx="60980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>
                <a:solidFill>
                  <a:srgbClr val="5F6C72"/>
                </a:solidFill>
                <a:effectLst/>
              </a:rPr>
              <a:t>Unfortunately, the characteristics that</a:t>
            </a:r>
          </a:p>
          <a:p>
            <a:r>
              <a:rPr lang="da-DK">
                <a:solidFill>
                  <a:srgbClr val="5F6C72"/>
                </a:solidFill>
                <a:effectLst/>
              </a:rPr>
              <a:t>make websites optimal for humans make them difficult for computers to use.</a:t>
            </a:r>
          </a:p>
          <a:p>
            <a:r>
              <a:rPr lang="da-DK">
                <a:solidFill>
                  <a:srgbClr val="5F6C72"/>
                </a:solidFill>
                <a:effectLst/>
              </a:rPr>
              <a:t>The solution is an API. An API is the tool that makes a website's </a:t>
            </a:r>
            <a:r>
              <a:rPr lang="da-DK" b="1">
                <a:solidFill>
                  <a:srgbClr val="5F6C72"/>
                </a:solidFill>
                <a:effectLst/>
              </a:rPr>
              <a:t>data digestible for a computer</a:t>
            </a:r>
            <a:r>
              <a:rPr lang="da-DK">
                <a:solidFill>
                  <a:srgbClr val="5F6C72"/>
                </a:solidFill>
                <a:effectLst/>
              </a:rPr>
              <a:t>. Through it, a computer can view and edit data, just like a person can by loading pages and submitting forms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0D705302-CEA6-8823-04B2-154E33A00993}"/>
              </a:ext>
            </a:extLst>
          </p:cNvPr>
          <p:cNvSpPr txBox="1"/>
          <p:nvPr/>
        </p:nvSpPr>
        <p:spPr>
          <a:xfrm>
            <a:off x="483382" y="3825102"/>
            <a:ext cx="60980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>
                <a:solidFill>
                  <a:srgbClr val="354147"/>
                </a:solidFill>
                <a:effectLst/>
                <a:latin typeface="Helvetica" pitchFamily="2" charset="0"/>
              </a:rPr>
              <a:t>How An API Is Used</a:t>
            </a:r>
          </a:p>
          <a:p>
            <a:r>
              <a:rPr lang="da-DK"/>
              <a:t>One side we have already talked about:</a:t>
            </a:r>
          </a:p>
          <a:p>
            <a:r>
              <a:rPr lang="da-DK"/>
              <a:t>the </a:t>
            </a:r>
            <a:r>
              <a:rPr lang="da-DK" b="1"/>
              <a:t>server</a:t>
            </a:r>
            <a:r>
              <a:rPr lang="da-DK"/>
              <a:t>. This is the side that actually provides the API.</a:t>
            </a:r>
          </a:p>
          <a:p>
            <a:r>
              <a:rPr lang="da-DK"/>
              <a:t>The other side is the "</a:t>
            </a:r>
            <a:r>
              <a:rPr lang="da-DK" b="1"/>
              <a:t>client</a:t>
            </a:r>
            <a:r>
              <a:rPr lang="da-DK"/>
              <a:t>." This is a separate program that knows what data is available through the API and can manipulate it, typically at the </a:t>
            </a:r>
            <a:r>
              <a:rPr lang="da-DK" b="1"/>
              <a:t>request</a:t>
            </a:r>
            <a:r>
              <a:rPr lang="da-DK"/>
              <a:t> of a user.</a:t>
            </a:r>
          </a:p>
          <a:p>
            <a:endParaRPr lang="da-DK" b="1">
              <a:solidFill>
                <a:srgbClr val="354147"/>
              </a:solidFill>
              <a:effectLst/>
              <a:latin typeface="Helvetica" pitchFamily="2" charset="0"/>
            </a:endParaRP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F5BA7ADA-3FE1-D7BB-B97F-CC81484D7787}"/>
              </a:ext>
            </a:extLst>
          </p:cNvPr>
          <p:cNvSpPr txBox="1"/>
          <p:nvPr/>
        </p:nvSpPr>
        <p:spPr>
          <a:xfrm>
            <a:off x="483382" y="5657671"/>
            <a:ext cx="6098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a-DK" sz="1200" b="0" i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https://api.smk.dk/api/v1/person/search?keys=Hammersh%C3%B8i&amp;offset=0&amp;rows=10</a:t>
            </a:r>
          </a:p>
          <a:p>
            <a:r>
              <a:rPr lang="da-DK" sz="1200"/>
              <a:t>https://api.statbank.dk/v1/tableinfo/FORV1?format=JSON</a:t>
            </a:r>
          </a:p>
          <a:p>
            <a:r>
              <a:rPr lang="da-DK" sz="1200"/>
              <a:t>https://opensky-network.org/api/states/all?icao24=3f66b0&amp;icao24=48415e</a:t>
            </a:r>
          </a:p>
          <a:p>
            <a:endParaRPr lang="da-DK" sz="1200"/>
          </a:p>
          <a:p>
            <a:br>
              <a:rPr lang="da-DK" sz="1200"/>
            </a:br>
            <a:endParaRPr lang="da-DK" sz="1200"/>
          </a:p>
        </p:txBody>
      </p:sp>
      <p:pic>
        <p:nvPicPr>
          <p:cNvPr id="12" name="Billede 11" descr="Et billede, der indeholder tekst, luftfartøj, skærmbillede, fly&#10;&#10;Automatisk genereret beskrivelse">
            <a:extLst>
              <a:ext uri="{FF2B5EF4-FFF2-40B4-BE49-F238E27FC236}">
                <a16:creationId xmlns:a16="http://schemas.microsoft.com/office/drawing/2014/main" id="{1580A8EF-B66D-3D2D-A9D7-F0DDC5EFF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023" y="279400"/>
            <a:ext cx="43688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56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39373C2-D803-7E4F-9F4F-BBAAAD725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47" y="1277982"/>
            <a:ext cx="5073324" cy="3382216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08A8DEFF-36F2-6743-8FCF-D003BD7E9EC5}"/>
              </a:ext>
            </a:extLst>
          </p:cNvPr>
          <p:cNvSpPr txBox="1"/>
          <p:nvPr/>
        </p:nvSpPr>
        <p:spPr>
          <a:xfrm>
            <a:off x="6933983" y="841745"/>
            <a:ext cx="371015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Http</a:t>
            </a:r>
            <a:r>
              <a:rPr lang="da-DK" dirty="0"/>
              <a:t> – hvad er det?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1400" dirty="0" err="1">
                <a:solidFill>
                  <a:prstClr val="black"/>
                </a:solidFill>
              </a:rPr>
              <a:t>Chrome</a:t>
            </a:r>
            <a:r>
              <a:rPr lang="da-DK" sz="1400" dirty="0">
                <a:solidFill>
                  <a:prstClr val="black"/>
                </a:solidFill>
              </a:rPr>
              <a:t> </a:t>
            </a:r>
            <a:r>
              <a:rPr lang="da-DK" sz="1400" dirty="0" err="1">
                <a:solidFill>
                  <a:prstClr val="black"/>
                </a:solidFill>
              </a:rPr>
              <a:t>dev-tools</a:t>
            </a: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Shell</a:t>
            </a:r>
            <a:r>
              <a:rPr lang="da-DK" dirty="0"/>
              <a:t> – hvad er det?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1400" dirty="0"/>
              <a:t>Git </a:t>
            </a:r>
            <a:r>
              <a:rPr lang="da-DK" sz="1400" dirty="0" err="1"/>
              <a:t>Bash</a:t>
            </a:r>
            <a:r>
              <a:rPr lang="da-DK" sz="1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1400" dirty="0" err="1"/>
              <a:t>Curl</a:t>
            </a:r>
            <a:r>
              <a:rPr lang="da-DK" sz="1400" dirty="0"/>
              <a:t> – hvad er det?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</p:txBody>
      </p:sp>
      <p:pic>
        <p:nvPicPr>
          <p:cNvPr id="4" name="Billede 3" descr="Et billede, der indeholder tekst, skærmbillede, Font/skrifttype&#10;&#10;Automatisk genereret beskrivelse">
            <a:extLst>
              <a:ext uri="{FF2B5EF4-FFF2-40B4-BE49-F238E27FC236}">
                <a16:creationId xmlns:a16="http://schemas.microsoft.com/office/drawing/2014/main" id="{7D3542AF-3053-912A-CBBE-A756B8533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983" y="3216375"/>
            <a:ext cx="2389708" cy="1111492"/>
          </a:xfrm>
          <a:prstGeom prst="rect">
            <a:avLst/>
          </a:prstGeom>
        </p:spPr>
      </p:pic>
      <p:pic>
        <p:nvPicPr>
          <p:cNvPr id="8" name="Billede 7" descr="Et billede, der indeholder tekst, skærmbillede, Font/skrifttype&#10;&#10;Automatisk genereret beskrivelse">
            <a:extLst>
              <a:ext uri="{FF2B5EF4-FFF2-40B4-BE49-F238E27FC236}">
                <a16:creationId xmlns:a16="http://schemas.microsoft.com/office/drawing/2014/main" id="{09320AA9-A4E8-1B19-B944-3238E1060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370" y="4855838"/>
            <a:ext cx="4992204" cy="871520"/>
          </a:xfrm>
          <a:prstGeom prst="rect">
            <a:avLst/>
          </a:prstGeom>
        </p:spPr>
      </p:pic>
      <p:pic>
        <p:nvPicPr>
          <p:cNvPr id="13" name="Billede 12" descr="Et billede, der indeholder tekst, Font/skrifttype, skærmbillede, hvid&#10;&#10;Automatisk genereret beskrivelse">
            <a:extLst>
              <a:ext uri="{FF2B5EF4-FFF2-40B4-BE49-F238E27FC236}">
                <a16:creationId xmlns:a16="http://schemas.microsoft.com/office/drawing/2014/main" id="{D9645DDF-7C32-5F90-E835-24B847187C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5032" y="5580018"/>
            <a:ext cx="4720968" cy="926636"/>
          </a:xfrm>
          <a:prstGeom prst="rect">
            <a:avLst/>
          </a:prstGeom>
        </p:spPr>
      </p:pic>
      <p:sp>
        <p:nvSpPr>
          <p:cNvPr id="14" name="Tekstfelt 13">
            <a:extLst>
              <a:ext uri="{FF2B5EF4-FFF2-40B4-BE49-F238E27FC236}">
                <a16:creationId xmlns:a16="http://schemas.microsoft.com/office/drawing/2014/main" id="{977BC9BB-429F-1F4E-4FF8-9632AB31E73A}"/>
              </a:ext>
            </a:extLst>
          </p:cNvPr>
          <p:cNvSpPr txBox="1"/>
          <p:nvPr/>
        </p:nvSpPr>
        <p:spPr>
          <a:xfrm>
            <a:off x="6933983" y="2132658"/>
            <a:ext cx="371015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R</a:t>
            </a:r>
            <a:r>
              <a:rPr lang="da-DK" dirty="0"/>
              <a:t> – hvordan?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httr + jsonlite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a-DK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9D2F266D-E6F1-D940-2A8D-0CB2600A9F80}"/>
              </a:ext>
            </a:extLst>
          </p:cNvPr>
          <p:cNvSpPr txBox="1"/>
          <p:nvPr/>
        </p:nvSpPr>
        <p:spPr>
          <a:xfrm>
            <a:off x="6713906" y="435874"/>
            <a:ext cx="5112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chemeClr val="accent4"/>
                </a:solidFill>
              </a:rPr>
              <a:t>Punkter til gennemgang inden øvelsen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EAA1931-A197-B547-D63A-C20EBA7CDEF9}"/>
              </a:ext>
            </a:extLst>
          </p:cNvPr>
          <p:cNvSpPr txBox="1">
            <a:spLocks/>
          </p:cNvSpPr>
          <p:nvPr/>
        </p:nvSpPr>
        <p:spPr>
          <a:xfrm>
            <a:off x="220295" y="435874"/>
            <a:ext cx="6273535" cy="10787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600" b="1">
                <a:solidFill>
                  <a:srgbClr val="FFC000"/>
                </a:solidFill>
              </a:rPr>
              <a:t>Data-retrieval SETUP: REST API</a:t>
            </a:r>
          </a:p>
        </p:txBody>
      </p:sp>
    </p:spTree>
    <p:extLst>
      <p:ext uri="{BB962C8B-B14F-4D97-AF65-F5344CB8AC3E}">
        <p14:creationId xmlns:p14="http://schemas.microsoft.com/office/powerpoint/2010/main" val="2484792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>
                <a:solidFill>
                  <a:srgbClr val="FFC000"/>
                </a:solidFill>
              </a:rPr>
              <a:t>Data-retrieval CASE: SMK API</a:t>
            </a:r>
          </a:p>
        </p:txBody>
      </p:sp>
      <p:pic>
        <p:nvPicPr>
          <p:cNvPr id="10" name="Billede 9" descr="Et billede, der indeholder tekst, bygning, udendørs&#10;&#10;Automatisk genereret beskrivelse">
            <a:extLst>
              <a:ext uri="{FF2B5EF4-FFF2-40B4-BE49-F238E27FC236}">
                <a16:creationId xmlns:a16="http://schemas.microsoft.com/office/drawing/2014/main" id="{BB88725C-CE69-BA74-0CCB-46E7409369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rcRect r="38367"/>
          <a:stretch/>
        </p:blipFill>
        <p:spPr>
          <a:xfrm>
            <a:off x="946322" y="1436911"/>
            <a:ext cx="4759997" cy="4370765"/>
          </a:xfrm>
          <a:prstGeom prst="rect">
            <a:avLst/>
          </a:prstGeom>
        </p:spPr>
      </p:pic>
      <p:pic>
        <p:nvPicPr>
          <p:cNvPr id="5" name="Billede 4" descr="Et billede, der indeholder tekst, linje/række, nummer/tal, Font/skrifttype&#10;&#10;Automatisk genereret beskrivelse">
            <a:extLst>
              <a:ext uri="{FF2B5EF4-FFF2-40B4-BE49-F238E27FC236}">
                <a16:creationId xmlns:a16="http://schemas.microsoft.com/office/drawing/2014/main" id="{AFDB90B4-CDA8-FD7E-D9C3-48FF608730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2"/>
          <a:stretch/>
        </p:blipFill>
        <p:spPr>
          <a:xfrm>
            <a:off x="1043244" y="3120824"/>
            <a:ext cx="3100493" cy="2514600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61E5FDB2-AAFF-894F-CD5F-32B5962AEF2D}"/>
              </a:ext>
            </a:extLst>
          </p:cNvPr>
          <p:cNvSpPr txBox="1"/>
          <p:nvPr/>
        </p:nvSpPr>
        <p:spPr>
          <a:xfrm>
            <a:off x="5706319" y="1690688"/>
            <a:ext cx="64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a-DK"/>
              <a:t>Find ud af hvor mange værker SMK har registreret af Jens Juel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Find swagger urlen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Kopier ind i R og udfør GET(url)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Hvor mange af dem er malerier? 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filtrer på ”KMS” vha grepl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Hvornår blev de købt?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Lav en kommasepareret </a:t>
            </a:r>
            <a:r>
              <a:rPr lang="da-DK" b="1"/>
              <a:t>streng</a:t>
            </a:r>
            <a:r>
              <a:rPr lang="da-DK"/>
              <a:t> af alle KMS-værker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Find swagger urlen til denne søgning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Lav en dataframe ud fra et loop igennem listen med alle værker </a:t>
            </a:r>
          </a:p>
          <a:p>
            <a:pPr marL="800100" lvl="1" indent="-342900">
              <a:buFont typeface="+mj-lt"/>
              <a:buAutoNum type="arabicPeriod"/>
            </a:pPr>
            <a:endParaRPr lang="da-DK"/>
          </a:p>
          <a:p>
            <a:pPr marL="342900" indent="-342900">
              <a:buFont typeface="+mj-lt"/>
              <a:buAutoNum type="arabicPeriod"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17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6B71683B-235B-8441-8D94-1592886B77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2874" y="687715"/>
            <a:ext cx="8086620" cy="654610"/>
          </a:xfrm>
        </p:spPr>
        <p:txBody>
          <a:bodyPr>
            <a:normAutofit/>
          </a:bodyPr>
          <a:lstStyle/>
          <a:p>
            <a:r>
              <a:rPr lang="da-DK" sz="3200" dirty="0"/>
              <a:t>Protocols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A2262641-9930-58F6-2821-F9F055031FCB}"/>
              </a:ext>
            </a:extLst>
          </p:cNvPr>
          <p:cNvSpPr txBox="1"/>
          <p:nvPr/>
        </p:nvSpPr>
        <p:spPr>
          <a:xfrm>
            <a:off x="656376" y="1402187"/>
            <a:ext cx="60980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>
                <a:solidFill>
                  <a:srgbClr val="354147"/>
                </a:solidFill>
                <a:effectLst/>
                <a:latin typeface="Helvetica" pitchFamily="2" charset="0"/>
              </a:rPr>
              <a:t>Knowing the rules</a:t>
            </a:r>
          </a:p>
          <a:p>
            <a:r>
              <a:rPr lang="da-DK"/>
              <a:t>Computers an </a:t>
            </a:r>
            <a:r>
              <a:rPr lang="da-DK" b="1"/>
              <a:t>etiquette</a:t>
            </a:r>
            <a:r>
              <a:rPr lang="da-DK"/>
              <a:t> as polite people, though it goes by the term "protocol." A computer protocol is an accepted set of </a:t>
            </a:r>
            <a:r>
              <a:rPr lang="da-DK" b="1"/>
              <a:t>rules</a:t>
            </a:r>
            <a:r>
              <a:rPr lang="da-DK"/>
              <a:t> that govern how two computers can speak to each other.</a:t>
            </a:r>
          </a:p>
          <a:p>
            <a:endParaRPr lang="da-DK" b="1">
              <a:solidFill>
                <a:srgbClr val="354147"/>
              </a:solidFill>
              <a:effectLst/>
              <a:latin typeface="Helvetica" pitchFamily="2" charset="0"/>
            </a:endParaRP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0D705302-CEA6-8823-04B2-154E33A00993}"/>
              </a:ext>
            </a:extLst>
          </p:cNvPr>
          <p:cNvSpPr txBox="1"/>
          <p:nvPr/>
        </p:nvSpPr>
        <p:spPr>
          <a:xfrm>
            <a:off x="656376" y="2685293"/>
            <a:ext cx="6098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/>
              <a:t>The Protocol of the Web</a:t>
            </a:r>
          </a:p>
          <a:p>
            <a:r>
              <a:rPr lang="da-DK"/>
              <a:t>On the web, the main protocol is the Hyper-Text Transfer Protocol, better known by its acronym, HTTP.</a:t>
            </a:r>
          </a:p>
          <a:p>
            <a:endParaRPr lang="da-DK" b="1">
              <a:solidFill>
                <a:srgbClr val="354147"/>
              </a:solidFill>
              <a:effectLst/>
              <a:latin typeface="Helvetica" pitchFamily="2" charset="0"/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B6F7EC07-EE14-E671-8F22-2CB7569664DC}"/>
              </a:ext>
            </a:extLst>
          </p:cNvPr>
          <p:cNvSpPr txBox="1"/>
          <p:nvPr/>
        </p:nvSpPr>
        <p:spPr>
          <a:xfrm>
            <a:off x="656376" y="3691400"/>
            <a:ext cx="672517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HTTP Requests</a:t>
            </a:r>
          </a:p>
          <a:p>
            <a:r>
              <a:rPr lang="da-DK"/>
              <a:t>Communication in HTTP centers around a concept called the Request-</a:t>
            </a:r>
          </a:p>
          <a:p>
            <a:r>
              <a:rPr lang="da-DK"/>
              <a:t>Response Cycle.</a:t>
            </a:r>
          </a:p>
          <a:p>
            <a:endParaRPr lang="da-DK" b="1"/>
          </a:p>
          <a:p>
            <a:r>
              <a:rPr lang="da-DK" b="1"/>
              <a:t>A valid request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5766DB39-9ED0-93A5-23CE-1B8698B7C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807" y="2408294"/>
            <a:ext cx="4548615" cy="1477328"/>
          </a:xfrm>
          <a:prstGeom prst="rect">
            <a:avLst/>
          </a:prstGeom>
        </p:spPr>
      </p:pic>
      <p:pic>
        <p:nvPicPr>
          <p:cNvPr id="6" name="Billede 5" descr="Et billede, der indeholder tekst&#10;&#10;Automatisk genereret beskrivelse">
            <a:extLst>
              <a:ext uri="{FF2B5EF4-FFF2-40B4-BE49-F238E27FC236}">
                <a16:creationId xmlns:a16="http://schemas.microsoft.com/office/drawing/2014/main" id="{0B16A384-7A92-5CA2-74A0-8ABDDE62CD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84"/>
          <a:stretch/>
        </p:blipFill>
        <p:spPr>
          <a:xfrm>
            <a:off x="357088" y="5168728"/>
            <a:ext cx="5182859" cy="1200330"/>
          </a:xfrm>
          <a:prstGeom prst="rect">
            <a:avLst/>
          </a:prstGeom>
        </p:spPr>
      </p:pic>
      <p:sp>
        <p:nvSpPr>
          <p:cNvPr id="9" name="Tekstfelt 8">
            <a:extLst>
              <a:ext uri="{FF2B5EF4-FFF2-40B4-BE49-F238E27FC236}">
                <a16:creationId xmlns:a16="http://schemas.microsoft.com/office/drawing/2014/main" id="{EA6DC31E-A920-E7AF-BE74-9F92FD9C6927}"/>
              </a:ext>
            </a:extLst>
          </p:cNvPr>
          <p:cNvSpPr txBox="1"/>
          <p:nvPr/>
        </p:nvSpPr>
        <p:spPr>
          <a:xfrm>
            <a:off x="5437566" y="4867948"/>
            <a:ext cx="6098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>
                <a:solidFill>
                  <a:srgbClr val="354147"/>
                </a:solidFill>
                <a:effectLst/>
              </a:rPr>
              <a:t>HTTP Response</a:t>
            </a:r>
          </a:p>
          <a:p>
            <a:r>
              <a:rPr lang="da-DK">
                <a:solidFill>
                  <a:srgbClr val="5F6C72"/>
                </a:solidFill>
                <a:effectLst/>
              </a:rPr>
              <a:t>After the server receives a request from the client, it attempts to fulfill the request and send the client back a response. HTTP responses have a very similar structure to requests.</a:t>
            </a:r>
          </a:p>
        </p:txBody>
      </p:sp>
    </p:spTree>
    <p:extLst>
      <p:ext uri="{BB962C8B-B14F-4D97-AF65-F5344CB8AC3E}">
        <p14:creationId xmlns:p14="http://schemas.microsoft.com/office/powerpoint/2010/main" val="390849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lede 16" descr="Et billede, der indeholder tekst, Font/skrifttype, hvid, skærmbillede&#10;&#10;Automatisk genereret beskrivelse">
            <a:extLst>
              <a:ext uri="{FF2B5EF4-FFF2-40B4-BE49-F238E27FC236}">
                <a16:creationId xmlns:a16="http://schemas.microsoft.com/office/drawing/2014/main" id="{685B502B-35D6-4696-9AB3-EEEA1AF61C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09" b="10384"/>
          <a:stretch/>
        </p:blipFill>
        <p:spPr>
          <a:xfrm>
            <a:off x="369538" y="2596511"/>
            <a:ext cx="4573320" cy="1012930"/>
          </a:xfrm>
          <a:prstGeom prst="rect">
            <a:avLst/>
          </a:prstGeom>
        </p:spPr>
      </p:pic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6B71683B-235B-8441-8D94-1592886B77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2874" y="687715"/>
            <a:ext cx="8086620" cy="654610"/>
          </a:xfrm>
        </p:spPr>
        <p:txBody>
          <a:bodyPr>
            <a:normAutofit/>
          </a:bodyPr>
          <a:lstStyle/>
          <a:p>
            <a:r>
              <a:rPr lang="da-DK" sz="3200" dirty="0"/>
              <a:t>Protocols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B7298291-8BE3-E31A-FAA8-70AD9F822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919" y="1604879"/>
            <a:ext cx="1439905" cy="2528205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ABCE3FE2-A81D-B02E-B823-963D325B3499}"/>
              </a:ext>
            </a:extLst>
          </p:cNvPr>
          <p:cNvSpPr txBox="1"/>
          <p:nvPr/>
        </p:nvSpPr>
        <p:spPr>
          <a:xfrm>
            <a:off x="3731741" y="1899485"/>
            <a:ext cx="671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GET</a:t>
            </a:r>
          </a:p>
          <a:p>
            <a:r>
              <a:rPr lang="da-DK"/>
              <a:t>POST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Håndskrift 17">
                <a:extLst>
                  <a:ext uri="{FF2B5EF4-FFF2-40B4-BE49-F238E27FC236}">
                    <a16:creationId xmlns:a16="http://schemas.microsoft.com/office/drawing/2014/main" id="{20C9DBF4-6637-7B36-4CD4-E970E13C46CD}"/>
                  </a:ext>
                </a:extLst>
              </p14:cNvPr>
              <p14:cNvContentPartPr/>
              <p14:nvPr/>
            </p14:nvContentPartPr>
            <p14:xfrm>
              <a:off x="4444414" y="2201692"/>
              <a:ext cx="645840" cy="144000"/>
            </p14:xfrm>
          </p:contentPart>
        </mc:Choice>
        <mc:Fallback xmlns="">
          <p:pic>
            <p:nvPicPr>
              <p:cNvPr id="18" name="Håndskrift 17">
                <a:extLst>
                  <a:ext uri="{FF2B5EF4-FFF2-40B4-BE49-F238E27FC236}">
                    <a16:creationId xmlns:a16="http://schemas.microsoft.com/office/drawing/2014/main" id="{20C9DBF4-6637-7B36-4CD4-E970E13C46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40094" y="2197372"/>
                <a:ext cx="65448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Håndskrift 18">
                <a:extLst>
                  <a:ext uri="{FF2B5EF4-FFF2-40B4-BE49-F238E27FC236}">
                    <a16:creationId xmlns:a16="http://schemas.microsoft.com/office/drawing/2014/main" id="{88E6C4F5-7F83-8944-BB46-7C47CADC722B}"/>
                  </a:ext>
                </a:extLst>
              </p14:cNvPr>
              <p14:cNvContentPartPr/>
              <p14:nvPr/>
            </p14:nvContentPartPr>
            <p14:xfrm>
              <a:off x="3724054" y="2791732"/>
              <a:ext cx="1411560" cy="249120"/>
            </p14:xfrm>
          </p:contentPart>
        </mc:Choice>
        <mc:Fallback xmlns="">
          <p:pic>
            <p:nvPicPr>
              <p:cNvPr id="19" name="Håndskrift 18">
                <a:extLst>
                  <a:ext uri="{FF2B5EF4-FFF2-40B4-BE49-F238E27FC236}">
                    <a16:creationId xmlns:a16="http://schemas.microsoft.com/office/drawing/2014/main" id="{88E6C4F5-7F83-8944-BB46-7C47CADC722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19734" y="2787412"/>
                <a:ext cx="142020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Håndskrift 19">
                <a:extLst>
                  <a:ext uri="{FF2B5EF4-FFF2-40B4-BE49-F238E27FC236}">
                    <a16:creationId xmlns:a16="http://schemas.microsoft.com/office/drawing/2014/main" id="{31E26ED7-2A16-458A-26CD-6609322E094A}"/>
                  </a:ext>
                </a:extLst>
              </p14:cNvPr>
              <p14:cNvContentPartPr/>
              <p14:nvPr/>
            </p14:nvContentPartPr>
            <p14:xfrm>
              <a:off x="3486814" y="3371332"/>
              <a:ext cx="1637640" cy="631080"/>
            </p14:xfrm>
          </p:contentPart>
        </mc:Choice>
        <mc:Fallback xmlns="">
          <p:pic>
            <p:nvPicPr>
              <p:cNvPr id="20" name="Håndskrift 19">
                <a:extLst>
                  <a:ext uri="{FF2B5EF4-FFF2-40B4-BE49-F238E27FC236}">
                    <a16:creationId xmlns:a16="http://schemas.microsoft.com/office/drawing/2014/main" id="{31E26ED7-2A16-458A-26CD-6609322E09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82494" y="3367012"/>
                <a:ext cx="1646280" cy="63972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Billede 21" descr="Et billede, der indeholder tekst, skærmbillede, Font/skrifttype&#10;&#10;Automatisk genereret beskrivelse">
            <a:extLst>
              <a:ext uri="{FF2B5EF4-FFF2-40B4-BE49-F238E27FC236}">
                <a16:creationId xmlns:a16="http://schemas.microsoft.com/office/drawing/2014/main" id="{B0DF4373-268E-63AB-568A-0C21EFAB78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1202" y="3609441"/>
            <a:ext cx="1858484" cy="1384381"/>
          </a:xfrm>
          <a:prstGeom prst="rect">
            <a:avLst/>
          </a:prstGeom>
        </p:spPr>
      </p:pic>
      <p:pic>
        <p:nvPicPr>
          <p:cNvPr id="26" name="Billede 25" descr="Et billede, der indeholder Font/skrifttype, tekst, hvid, design&#10;&#10;Automatisk genereret beskrivelse">
            <a:extLst>
              <a:ext uri="{FF2B5EF4-FFF2-40B4-BE49-F238E27FC236}">
                <a16:creationId xmlns:a16="http://schemas.microsoft.com/office/drawing/2014/main" id="{A2BF23F8-47D4-8D65-FB66-2B2D2D73E0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1202" y="5205112"/>
            <a:ext cx="11938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698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BE26-3B97-94CC-926D-B3AB6DCB9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765AE9FB-8663-059A-DB2C-079F99739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>
                <a:solidFill>
                  <a:srgbClr val="FFC000"/>
                </a:solidFill>
              </a:rPr>
              <a:t>Data-retrieval CASE: SMK API</a:t>
            </a:r>
          </a:p>
        </p:txBody>
      </p:sp>
      <p:pic>
        <p:nvPicPr>
          <p:cNvPr id="10" name="Billede 9" descr="Et billede, der indeholder tekst, bygning, udendørs&#10;&#10;Automatisk genereret beskrivelse">
            <a:extLst>
              <a:ext uri="{FF2B5EF4-FFF2-40B4-BE49-F238E27FC236}">
                <a16:creationId xmlns:a16="http://schemas.microsoft.com/office/drawing/2014/main" id="{53D8EB7B-C3EA-77BC-46D6-7C23222C0F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rcRect r="38367"/>
          <a:stretch/>
        </p:blipFill>
        <p:spPr>
          <a:xfrm>
            <a:off x="946322" y="1436911"/>
            <a:ext cx="4759997" cy="4370765"/>
          </a:xfrm>
          <a:prstGeom prst="rect">
            <a:avLst/>
          </a:prstGeom>
        </p:spPr>
      </p:pic>
      <p:pic>
        <p:nvPicPr>
          <p:cNvPr id="5" name="Billede 4" descr="Et billede, der indeholder tekst, linje/række, nummer/tal, Font/skrifttype&#10;&#10;Automatisk genereret beskrivelse">
            <a:extLst>
              <a:ext uri="{FF2B5EF4-FFF2-40B4-BE49-F238E27FC236}">
                <a16:creationId xmlns:a16="http://schemas.microsoft.com/office/drawing/2014/main" id="{556E3693-BEDB-C5AA-1859-FB7F37E269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2"/>
          <a:stretch/>
        </p:blipFill>
        <p:spPr>
          <a:xfrm>
            <a:off x="1043244" y="3120824"/>
            <a:ext cx="3100493" cy="2514600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60D3BEA0-2A56-AB34-DE15-81D30D5E7A6C}"/>
              </a:ext>
            </a:extLst>
          </p:cNvPr>
          <p:cNvSpPr txBox="1"/>
          <p:nvPr/>
        </p:nvSpPr>
        <p:spPr>
          <a:xfrm>
            <a:off x="5706319" y="1690688"/>
            <a:ext cx="64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a-DK"/>
              <a:t>Find ud af hvor mange værker SMK har registreret af Jens Juel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Find swagger urlen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Kopier ind i R og udfør GET(url)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Hvor mange af dem er malerier? 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filtrer på ”KMS” vha grepl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Hvornår blev de købt?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Lav en kommasepareret </a:t>
            </a:r>
            <a:r>
              <a:rPr lang="da-DK" b="1"/>
              <a:t>streng</a:t>
            </a:r>
            <a:r>
              <a:rPr lang="da-DK"/>
              <a:t> af alle KMS-værker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Find swagger urlen til denne søgning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Lav en dataframe ud fra et loop igennem listen med alle værker </a:t>
            </a:r>
          </a:p>
          <a:p>
            <a:pPr marL="800100" lvl="1" indent="-342900">
              <a:buFont typeface="+mj-lt"/>
              <a:buAutoNum type="arabicPeriod"/>
            </a:pPr>
            <a:endParaRPr lang="da-DK"/>
          </a:p>
          <a:p>
            <a:pPr marL="342900" indent="-342900">
              <a:buFont typeface="+mj-lt"/>
              <a:buAutoNum type="arabicPeriod"/>
            </a:pPr>
            <a:endParaRPr lang="da-DK"/>
          </a:p>
        </p:txBody>
      </p:sp>
      <p:pic>
        <p:nvPicPr>
          <p:cNvPr id="14" name="Billede 13" descr="Et billede, der indeholder skærmbillede, tekst, software, Webside&#10;&#10;Automatisk genereret beskrivelse">
            <a:extLst>
              <a:ext uri="{FF2B5EF4-FFF2-40B4-BE49-F238E27FC236}">
                <a16:creationId xmlns:a16="http://schemas.microsoft.com/office/drawing/2014/main" id="{A8EC793F-3332-00B8-F651-F9D8E3991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48619"/>
            <a:ext cx="11068291" cy="577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09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6B71683B-235B-8441-8D94-1592886B77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2874" y="687715"/>
            <a:ext cx="8086620" cy="654610"/>
          </a:xfrm>
        </p:spPr>
        <p:txBody>
          <a:bodyPr>
            <a:normAutofit/>
          </a:bodyPr>
          <a:lstStyle/>
          <a:p>
            <a:r>
              <a:rPr lang="da-DK" sz="3200" dirty="0"/>
              <a:t>Protocols</a:t>
            </a:r>
          </a:p>
        </p:txBody>
      </p:sp>
      <p:pic>
        <p:nvPicPr>
          <p:cNvPr id="4" name="Billede 3" descr="Et billede, der indeholder tekst, skærmbillede, Font/skrifttype&#10;&#10;Automatisk genereret beskrivelse">
            <a:extLst>
              <a:ext uri="{FF2B5EF4-FFF2-40B4-BE49-F238E27FC236}">
                <a16:creationId xmlns:a16="http://schemas.microsoft.com/office/drawing/2014/main" id="{BE322D10-9840-D35F-2BB9-C83B275C4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36" y="3429000"/>
            <a:ext cx="3394847" cy="2226546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C145E0FB-21F4-DFB1-AA5A-3DAA3DFED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568" y="859163"/>
            <a:ext cx="1439905" cy="2528205"/>
          </a:xfrm>
          <a:prstGeom prst="rect">
            <a:avLst/>
          </a:prstGeom>
        </p:spPr>
      </p:pic>
      <p:pic>
        <p:nvPicPr>
          <p:cNvPr id="1026" name="Picture 2" descr="Danoffice IT | We will help you find the right server">
            <a:extLst>
              <a:ext uri="{FF2B5EF4-FFF2-40B4-BE49-F238E27FC236}">
                <a16:creationId xmlns:a16="http://schemas.microsoft.com/office/drawing/2014/main" id="{A4CDBD23-4CE3-FBCB-7471-EE20CDB0BA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8" t="17972" r="16075" b="22081"/>
          <a:stretch/>
        </p:blipFill>
        <p:spPr bwMode="auto">
          <a:xfrm>
            <a:off x="6933449" y="2439292"/>
            <a:ext cx="1865870" cy="171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Håndskrift 5">
                <a:extLst>
                  <a:ext uri="{FF2B5EF4-FFF2-40B4-BE49-F238E27FC236}">
                    <a16:creationId xmlns:a16="http://schemas.microsoft.com/office/drawing/2014/main" id="{1AF402DC-04E8-9364-9758-AF63F2246658}"/>
                  </a:ext>
                </a:extLst>
              </p14:cNvPr>
              <p14:cNvContentPartPr/>
              <p14:nvPr/>
            </p14:nvContentPartPr>
            <p14:xfrm>
              <a:off x="5106094" y="1621732"/>
              <a:ext cx="2088000" cy="1348920"/>
            </p14:xfrm>
          </p:contentPart>
        </mc:Choice>
        <mc:Fallback xmlns="">
          <p:pic>
            <p:nvPicPr>
              <p:cNvPr id="6" name="Håndskrift 5">
                <a:extLst>
                  <a:ext uri="{FF2B5EF4-FFF2-40B4-BE49-F238E27FC236}">
                    <a16:creationId xmlns:a16="http://schemas.microsoft.com/office/drawing/2014/main" id="{1AF402DC-04E8-9364-9758-AF63F22466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01774" y="1617412"/>
                <a:ext cx="2096640" cy="13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Håndskrift 8">
                <a:extLst>
                  <a:ext uri="{FF2B5EF4-FFF2-40B4-BE49-F238E27FC236}">
                    <a16:creationId xmlns:a16="http://schemas.microsoft.com/office/drawing/2014/main" id="{7A6200B2-D16B-FF06-AA72-685CC891461F}"/>
                  </a:ext>
                </a:extLst>
              </p14:cNvPr>
              <p14:cNvContentPartPr/>
              <p14:nvPr/>
            </p14:nvContentPartPr>
            <p14:xfrm>
              <a:off x="5310934" y="2439292"/>
              <a:ext cx="1749240" cy="1207080"/>
            </p14:xfrm>
          </p:contentPart>
        </mc:Choice>
        <mc:Fallback xmlns="">
          <p:pic>
            <p:nvPicPr>
              <p:cNvPr id="9" name="Håndskrift 8">
                <a:extLst>
                  <a:ext uri="{FF2B5EF4-FFF2-40B4-BE49-F238E27FC236}">
                    <a16:creationId xmlns:a16="http://schemas.microsoft.com/office/drawing/2014/main" id="{7A6200B2-D16B-FF06-AA72-685CC89146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06614" y="2434972"/>
                <a:ext cx="1757880" cy="12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Håndskrift 9">
                <a:extLst>
                  <a:ext uri="{FF2B5EF4-FFF2-40B4-BE49-F238E27FC236}">
                    <a16:creationId xmlns:a16="http://schemas.microsoft.com/office/drawing/2014/main" id="{45470415-7EB4-0619-7751-CA31A4E6BEDB}"/>
                  </a:ext>
                </a:extLst>
              </p14:cNvPr>
              <p14:cNvContentPartPr/>
              <p14:nvPr/>
            </p14:nvContentPartPr>
            <p14:xfrm>
              <a:off x="5342614" y="2505172"/>
              <a:ext cx="17640" cy="168120"/>
            </p14:xfrm>
          </p:contentPart>
        </mc:Choice>
        <mc:Fallback xmlns="">
          <p:pic>
            <p:nvPicPr>
              <p:cNvPr id="10" name="Håndskrift 9">
                <a:extLst>
                  <a:ext uri="{FF2B5EF4-FFF2-40B4-BE49-F238E27FC236}">
                    <a16:creationId xmlns:a16="http://schemas.microsoft.com/office/drawing/2014/main" id="{45470415-7EB4-0619-7751-CA31A4E6BED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38294" y="2500852"/>
                <a:ext cx="26280" cy="17676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kstfelt 12">
            <a:extLst>
              <a:ext uri="{FF2B5EF4-FFF2-40B4-BE49-F238E27FC236}">
                <a16:creationId xmlns:a16="http://schemas.microsoft.com/office/drawing/2014/main" id="{40E5A08E-BC5E-1465-11EB-545A69419A2F}"/>
              </a:ext>
            </a:extLst>
          </p:cNvPr>
          <p:cNvSpPr txBox="1"/>
          <p:nvPr/>
        </p:nvSpPr>
        <p:spPr>
          <a:xfrm>
            <a:off x="5360254" y="3059668"/>
            <a:ext cx="103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response</a:t>
            </a:r>
          </a:p>
        </p:txBody>
      </p:sp>
      <p:pic>
        <p:nvPicPr>
          <p:cNvPr id="15" name="Billede 14" descr="Et billede, der indeholder tekst, skærmbillede, Font/skrifttype, nummer/tal&#10;&#10;Automatisk genereret beskrivelse">
            <a:extLst>
              <a:ext uri="{FF2B5EF4-FFF2-40B4-BE49-F238E27FC236}">
                <a16:creationId xmlns:a16="http://schemas.microsoft.com/office/drawing/2014/main" id="{A3231F3D-23EC-1861-30C4-CCB326751B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8708" y="4122061"/>
            <a:ext cx="2214340" cy="1712980"/>
          </a:xfrm>
          <a:prstGeom prst="rect">
            <a:avLst/>
          </a:prstGeom>
        </p:spPr>
      </p:pic>
      <p:pic>
        <p:nvPicPr>
          <p:cNvPr id="21" name="Billede 20" descr="Et billede, der indeholder tekst, skærmbillede, Font/skrifttype, nummer/tal&#10;&#10;Automatisk genereret beskrivelse">
            <a:extLst>
              <a:ext uri="{FF2B5EF4-FFF2-40B4-BE49-F238E27FC236}">
                <a16:creationId xmlns:a16="http://schemas.microsoft.com/office/drawing/2014/main" id="{4E55DE64-0AC9-E014-6FF6-8B134D52FB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9319" y="4574500"/>
            <a:ext cx="3394847" cy="1861903"/>
          </a:xfrm>
          <a:prstGeom prst="rect">
            <a:avLst/>
          </a:prstGeom>
        </p:spPr>
      </p:pic>
      <p:sp>
        <p:nvSpPr>
          <p:cNvPr id="23" name="Tekstfelt 22">
            <a:extLst>
              <a:ext uri="{FF2B5EF4-FFF2-40B4-BE49-F238E27FC236}">
                <a16:creationId xmlns:a16="http://schemas.microsoft.com/office/drawing/2014/main" id="{F9C9A3BA-877E-2E7A-E768-3019FA653D6C}"/>
              </a:ext>
            </a:extLst>
          </p:cNvPr>
          <p:cNvSpPr txBox="1"/>
          <p:nvPr/>
        </p:nvSpPr>
        <p:spPr>
          <a:xfrm>
            <a:off x="9737124" y="4188941"/>
            <a:ext cx="932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API kald</a:t>
            </a:r>
          </a:p>
        </p:txBody>
      </p:sp>
      <p:sp>
        <p:nvSpPr>
          <p:cNvPr id="24" name="Tekstfelt 23">
            <a:extLst>
              <a:ext uri="{FF2B5EF4-FFF2-40B4-BE49-F238E27FC236}">
                <a16:creationId xmlns:a16="http://schemas.microsoft.com/office/drawing/2014/main" id="{B300C54C-607C-6185-AA4E-4BAA87F0AD8F}"/>
              </a:ext>
            </a:extLst>
          </p:cNvPr>
          <p:cNvSpPr txBox="1"/>
          <p:nvPr/>
        </p:nvSpPr>
        <p:spPr>
          <a:xfrm>
            <a:off x="4599369" y="3678391"/>
            <a:ext cx="1192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HTML-kald</a:t>
            </a:r>
          </a:p>
        </p:txBody>
      </p:sp>
    </p:spTree>
    <p:extLst>
      <p:ext uri="{BB962C8B-B14F-4D97-AF65-F5344CB8AC3E}">
        <p14:creationId xmlns:p14="http://schemas.microsoft.com/office/powerpoint/2010/main" val="951026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75708" y="1657604"/>
            <a:ext cx="548576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ts val="2135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>
                <a:latin typeface="Carlito"/>
                <a:cs typeface="Carlito"/>
              </a:rPr>
              <a:t>”The </a:t>
            </a:r>
            <a:r>
              <a:rPr spc="-5" dirty="0">
                <a:latin typeface="Carlito"/>
                <a:cs typeface="Carlito"/>
              </a:rPr>
              <a:t>above command returns JSON </a:t>
            </a:r>
            <a:r>
              <a:rPr spc="-10" dirty="0">
                <a:latin typeface="Carlito"/>
                <a:cs typeface="Carlito"/>
              </a:rPr>
              <a:t>structured </a:t>
            </a:r>
            <a:r>
              <a:rPr spc="-20" dirty="0">
                <a:latin typeface="Carlito"/>
                <a:cs typeface="Carlito"/>
              </a:rPr>
              <a:t>like</a:t>
            </a:r>
            <a:r>
              <a:rPr spc="30"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this”</a:t>
            </a:r>
            <a:endParaRPr>
              <a:latin typeface="Carlito"/>
              <a:cs typeface="Carlito"/>
            </a:endParaRPr>
          </a:p>
          <a:p>
            <a:pPr marL="298450" indent="-285750">
              <a:lnSpc>
                <a:spcPts val="2135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pc="-5" dirty="0">
                <a:latin typeface="Carlito"/>
                <a:cs typeface="Carlito"/>
              </a:rPr>
              <a:t>JSON </a:t>
            </a:r>
            <a:r>
              <a:rPr dirty="0">
                <a:latin typeface="Carlito"/>
                <a:cs typeface="Carlito"/>
              </a:rPr>
              <a:t>– </a:t>
            </a:r>
            <a:r>
              <a:rPr spc="-10" dirty="0">
                <a:latin typeface="Carlito"/>
                <a:cs typeface="Carlito"/>
              </a:rPr>
              <a:t>JavaScript </a:t>
            </a:r>
            <a:r>
              <a:rPr spc="-5" dirty="0">
                <a:latin typeface="Carlito"/>
                <a:cs typeface="Carlito"/>
              </a:rPr>
              <a:t>Object</a:t>
            </a:r>
            <a:r>
              <a:rPr spc="2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Notation</a:t>
            </a:r>
            <a:endParaRPr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94653" y="2560954"/>
            <a:ext cx="3174999" cy="289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45284" y="2560954"/>
            <a:ext cx="3744098" cy="3222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Pladsholder til tekst 1">
            <a:extLst>
              <a:ext uri="{FF2B5EF4-FFF2-40B4-BE49-F238E27FC236}">
                <a16:creationId xmlns:a16="http://schemas.microsoft.com/office/drawing/2014/main" id="{A4B995C1-34D1-35B3-B891-2BE3F3699052}"/>
              </a:ext>
            </a:extLst>
          </p:cNvPr>
          <p:cNvSpPr txBox="1">
            <a:spLocks/>
          </p:cNvSpPr>
          <p:nvPr/>
        </p:nvSpPr>
        <p:spPr>
          <a:xfrm>
            <a:off x="619307" y="509219"/>
            <a:ext cx="5920641" cy="654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3200" b="1" dirty="0">
                <a:solidFill>
                  <a:schemeClr val="accent4"/>
                </a:solidFill>
              </a:rPr>
              <a:t>Representing data - JSON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>
            <a:extLst>
              <a:ext uri="{FF2B5EF4-FFF2-40B4-BE49-F238E27FC236}">
                <a16:creationId xmlns:a16="http://schemas.microsoft.com/office/drawing/2014/main" id="{9E13EE0C-0C63-DD6B-9B0B-64D2B336AEDE}"/>
              </a:ext>
            </a:extLst>
          </p:cNvPr>
          <p:cNvSpPr txBox="1"/>
          <p:nvPr/>
        </p:nvSpPr>
        <p:spPr>
          <a:xfrm>
            <a:off x="296562" y="371508"/>
            <a:ext cx="7553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b="1" dirty="0">
                <a:solidFill>
                  <a:schemeClr val="accent4"/>
                </a:solidFill>
              </a:rPr>
              <a:t>Representing data – JSON-</a:t>
            </a:r>
            <a:r>
              <a:rPr lang="da-DK" sz="4000" b="1">
                <a:solidFill>
                  <a:schemeClr val="accent4"/>
                </a:solidFill>
              </a:rPr>
              <a:t>øvelse</a:t>
            </a:r>
            <a:endParaRPr lang="da-DK" sz="3200" b="1" dirty="0">
              <a:solidFill>
                <a:schemeClr val="accent4"/>
              </a:solidFill>
            </a:endParaRP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AA55E334-5211-06D5-2E0C-5B7191E2B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590" y="0"/>
            <a:ext cx="2334638" cy="6858000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DC0AE0B9-5F8E-7608-02AC-354DD4A3B2A0}"/>
              </a:ext>
            </a:extLst>
          </p:cNvPr>
          <p:cNvSpPr txBox="1"/>
          <p:nvPr/>
        </p:nvSpPr>
        <p:spPr>
          <a:xfrm>
            <a:off x="296562" y="1692715"/>
            <a:ext cx="51156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/>
              <a:t>En json-struktur svarer til en named-list i R.</a:t>
            </a:r>
          </a:p>
          <a:p>
            <a:r>
              <a:rPr lang="da-DK"/>
              <a:t>Så genskab strukturen til højre i R, gem den i en fil vha write_json(mlist,"test.json")</a:t>
            </a:r>
          </a:p>
        </p:txBody>
      </p:sp>
    </p:spTree>
    <p:extLst>
      <p:ext uri="{BB962C8B-B14F-4D97-AF65-F5344CB8AC3E}">
        <p14:creationId xmlns:p14="http://schemas.microsoft.com/office/powerpoint/2010/main" val="1595550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tekst 1">
            <a:extLst>
              <a:ext uri="{FF2B5EF4-FFF2-40B4-BE49-F238E27FC236}">
                <a16:creationId xmlns:a16="http://schemas.microsoft.com/office/drawing/2014/main" id="{A4B995C1-34D1-35B3-B891-2BE3F3699052}"/>
              </a:ext>
            </a:extLst>
          </p:cNvPr>
          <p:cNvSpPr txBox="1">
            <a:spLocks/>
          </p:cNvSpPr>
          <p:nvPr/>
        </p:nvSpPr>
        <p:spPr>
          <a:xfrm>
            <a:off x="619307" y="509219"/>
            <a:ext cx="5955113" cy="654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3200" b="1" dirty="0">
                <a:solidFill>
                  <a:schemeClr val="accent4"/>
                </a:solidFill>
              </a:rPr>
              <a:t>Organizing API – Open Sky </a:t>
            </a:r>
          </a:p>
        </p:txBody>
      </p:sp>
      <p:pic>
        <p:nvPicPr>
          <p:cNvPr id="6" name="Billede 5" descr="Et billede, der indeholder tekst, skærmbillede, Font/skrifttype, display/skærm/fremvisning&#10;&#10;Automatisk genereret beskrivelse">
            <a:extLst>
              <a:ext uri="{FF2B5EF4-FFF2-40B4-BE49-F238E27FC236}">
                <a16:creationId xmlns:a16="http://schemas.microsoft.com/office/drawing/2014/main" id="{15093AA1-D171-2151-B684-F1FF289F5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07" y="1247764"/>
            <a:ext cx="3094165" cy="2454704"/>
          </a:xfrm>
          <a:prstGeom prst="rect">
            <a:avLst/>
          </a:prstGeom>
        </p:spPr>
      </p:pic>
      <p:pic>
        <p:nvPicPr>
          <p:cNvPr id="9" name="Billede 8" descr="Et billede, der indeholder tekst, skærmbillede, Font/skrifttype, algebra&#10;&#10;Automatisk genereret beskrivelse">
            <a:extLst>
              <a:ext uri="{FF2B5EF4-FFF2-40B4-BE49-F238E27FC236}">
                <a16:creationId xmlns:a16="http://schemas.microsoft.com/office/drawing/2014/main" id="{513F2B0F-89A7-517A-5F7F-FBCCD2B4E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693" y="509219"/>
            <a:ext cx="4686300" cy="2438400"/>
          </a:xfrm>
          <a:prstGeom prst="rect">
            <a:avLst/>
          </a:prstGeom>
        </p:spPr>
      </p:pic>
      <p:pic>
        <p:nvPicPr>
          <p:cNvPr id="13" name="Billede 12" descr="Et billede, der indeholder tekst, skærmbillede, Font/skrifttype, dokument&#10;&#10;Automatisk genereret beskrivelse">
            <a:extLst>
              <a:ext uri="{FF2B5EF4-FFF2-40B4-BE49-F238E27FC236}">
                <a16:creationId xmlns:a16="http://schemas.microsoft.com/office/drawing/2014/main" id="{5BDFA795-62C8-24A6-20C0-EEF44C8E0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93" y="3248609"/>
            <a:ext cx="46990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4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4400" b="1" dirty="0">
                <a:solidFill>
                  <a:schemeClr val="accent4"/>
                </a:solidFill>
              </a:rPr>
              <a:t>Organizing API – Open Sky DEMO 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6FC79F15-9D11-60BE-7D2F-A744A4921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33" y="1690688"/>
            <a:ext cx="2513577" cy="3517348"/>
          </a:xfrm>
          <a:prstGeom prst="rect">
            <a:avLst/>
          </a:prstGeom>
        </p:spPr>
      </p:pic>
      <p:sp>
        <p:nvSpPr>
          <p:cNvPr id="2" name="Tekstfelt 1">
            <a:extLst>
              <a:ext uri="{FF2B5EF4-FFF2-40B4-BE49-F238E27FC236}">
                <a16:creationId xmlns:a16="http://schemas.microsoft.com/office/drawing/2014/main" id="{2DD7E3A8-C998-3D2D-0165-BE6FB4BE89B5}"/>
              </a:ext>
            </a:extLst>
          </p:cNvPr>
          <p:cNvSpPr txBox="1"/>
          <p:nvPr/>
        </p:nvSpPr>
        <p:spPr>
          <a:xfrm>
            <a:off x="4095752" y="1881722"/>
            <a:ext cx="46581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da-DK"/>
              <a:t>registrer dig på tjenesten</a:t>
            </a:r>
          </a:p>
          <a:p>
            <a:pPr marL="342900" indent="-342900">
              <a:buAutoNum type="arabicParenR"/>
            </a:pPr>
            <a:r>
              <a:rPr lang="da-DK"/>
              <a:t>beskriv api’ets endpoints</a:t>
            </a:r>
          </a:p>
          <a:p>
            <a:pPr marL="800100" lvl="1" indent="-342900">
              <a:buAutoNum type="arabicParenR"/>
            </a:pPr>
            <a:r>
              <a:rPr lang="da-DK"/>
              <a:t>Overordnet</a:t>
            </a:r>
          </a:p>
          <a:p>
            <a:pPr marL="800100" lvl="1" indent="-342900">
              <a:buAutoNum type="arabicParenR"/>
            </a:pPr>
            <a:r>
              <a:rPr lang="da-DK"/>
              <a:t>Detaljer </a:t>
            </a:r>
          </a:p>
          <a:p>
            <a:pPr marL="342900" indent="-342900">
              <a:buAutoNum type="arabicParenR"/>
            </a:pPr>
            <a:endParaRPr lang="da-DK"/>
          </a:p>
          <a:p>
            <a:pPr marL="342900" indent="-342900">
              <a:buAutoNum type="arabicParenR"/>
            </a:pPr>
            <a:endParaRPr lang="da-DK"/>
          </a:p>
        </p:txBody>
      </p:sp>
      <p:pic>
        <p:nvPicPr>
          <p:cNvPr id="5" name="Pladsholder til indhold 6">
            <a:extLst>
              <a:ext uri="{FF2B5EF4-FFF2-40B4-BE49-F238E27FC236}">
                <a16:creationId xmlns:a16="http://schemas.microsoft.com/office/drawing/2014/main" id="{A3D4BC22-9E00-DBB5-D338-2AC528496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11355" y="3101975"/>
            <a:ext cx="3784600" cy="3390900"/>
          </a:xfr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A4D3AF1B-41E8-C639-5C89-ECBC9AED8F20}"/>
              </a:ext>
            </a:extLst>
          </p:cNvPr>
          <p:cNvSpPr txBox="1"/>
          <p:nvPr/>
        </p:nvSpPr>
        <p:spPr>
          <a:xfrm>
            <a:off x="8563224" y="3411032"/>
            <a:ext cx="42598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>
                <a:effectLst/>
              </a:rPr>
              <a:t>GET /states/all – DEMO </a:t>
            </a:r>
          </a:p>
          <a:p>
            <a:br>
              <a:rPr lang="da-DK"/>
            </a:br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ED8D48AD-E558-BD9A-7A1B-489EEA059E27}"/>
              </a:ext>
            </a:extLst>
          </p:cNvPr>
          <p:cNvSpPr txBox="1"/>
          <p:nvPr/>
        </p:nvSpPr>
        <p:spPr>
          <a:xfrm>
            <a:off x="8591977" y="4525286"/>
            <a:ext cx="26506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>
                <a:effectLst/>
              </a:rPr>
              <a:t>GET /flights/all</a:t>
            </a:r>
          </a:p>
          <a:p>
            <a:br>
              <a:rPr lang="da-DK"/>
            </a:br>
            <a:endParaRPr lang="da-DK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DF308F3A-06B4-A9CB-2F93-F0B862D5399B}"/>
              </a:ext>
            </a:extLst>
          </p:cNvPr>
          <p:cNvSpPr txBox="1"/>
          <p:nvPr/>
        </p:nvSpPr>
        <p:spPr>
          <a:xfrm>
            <a:off x="8591977" y="3953362"/>
            <a:ext cx="28174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>
                <a:effectLst/>
              </a:rPr>
              <a:t>GET /flights/aircraft - DEMO</a:t>
            </a:r>
          </a:p>
          <a:p>
            <a:br>
              <a:rPr lang="da-DK"/>
            </a:br>
            <a:endParaRPr lang="da-DK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475EDE27-FE0F-7355-A43B-3959AA49A143}"/>
              </a:ext>
            </a:extLst>
          </p:cNvPr>
          <p:cNvSpPr txBox="1"/>
          <p:nvPr/>
        </p:nvSpPr>
        <p:spPr>
          <a:xfrm>
            <a:off x="8626250" y="5177875"/>
            <a:ext cx="24293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>
                <a:effectLst/>
              </a:rPr>
              <a:t>GET /flights/arrival</a:t>
            </a:r>
          </a:p>
          <a:p>
            <a:br>
              <a:rPr lang="da-DK"/>
            </a:b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78374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>
            <a:extLst>
              <a:ext uri="{FF2B5EF4-FFF2-40B4-BE49-F238E27FC236}">
                <a16:creationId xmlns:a16="http://schemas.microsoft.com/office/drawing/2014/main" id="{9E13EE0C-0C63-DD6B-9B0B-64D2B336AEDE}"/>
              </a:ext>
            </a:extLst>
          </p:cNvPr>
          <p:cNvSpPr txBox="1"/>
          <p:nvPr/>
        </p:nvSpPr>
        <p:spPr>
          <a:xfrm>
            <a:off x="893641" y="410775"/>
            <a:ext cx="902586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b="1" dirty="0">
                <a:solidFill>
                  <a:schemeClr val="accent4"/>
                </a:solidFill>
              </a:rPr>
              <a:t>Organizing API – Open Sky Øvelser </a:t>
            </a:r>
            <a:endParaRPr lang="da-DK" sz="3200"/>
          </a:p>
          <a:p>
            <a:pPr marL="742950" indent="-742950">
              <a:buFont typeface="+mj-lt"/>
              <a:buAutoNum type="arabicPeriod"/>
            </a:pPr>
            <a:r>
              <a:rPr lang="da-DK" sz="2000"/>
              <a:t>Hvornår fejrer man 1234567890 dag?</a:t>
            </a:r>
          </a:p>
          <a:p>
            <a:pPr marL="742950" indent="-742950">
              <a:buFont typeface="+mj-lt"/>
              <a:buAutoNum type="arabicPeriod"/>
            </a:pPr>
            <a:r>
              <a:rPr lang="da-DK" sz="2000"/>
              <a:t>Hvad skete der på denne dag: 2017-07-14 04:40:00 CEST</a:t>
            </a:r>
          </a:p>
          <a:p>
            <a:pPr marL="742950" indent="-742950">
              <a:buFont typeface="+mj-lt"/>
              <a:buAutoNum type="arabicPeriod"/>
            </a:pPr>
            <a:r>
              <a:rPr lang="da-DK" sz="2000"/>
              <a:t>Find alle fly der er i luften lige nu</a:t>
            </a:r>
          </a:p>
          <a:p>
            <a:pPr marL="1200150" lvl="1" indent="-742950">
              <a:buFont typeface="+mj-lt"/>
              <a:buAutoNum type="arabicPeriod"/>
            </a:pPr>
            <a:r>
              <a:rPr lang="da-DK" sz="2000"/>
              <a:t>Hvor mange RyanAir-fly?</a:t>
            </a:r>
          </a:p>
          <a:p>
            <a:pPr marL="1200150" lvl="1" indent="-742950">
              <a:buFont typeface="+mj-lt"/>
              <a:buAutoNum type="arabicPeriod"/>
            </a:pPr>
            <a:r>
              <a:rPr lang="da-DK" sz="2000"/>
              <a:t>Hvilket land har flest fly i luften?</a:t>
            </a:r>
          </a:p>
          <a:p>
            <a:pPr marL="1200150" lvl="1" indent="-742950">
              <a:buFont typeface="+mj-lt"/>
              <a:buAutoNum type="arabicPeriod"/>
            </a:pPr>
            <a:r>
              <a:rPr lang="da-DK" sz="2000"/>
              <a:t>Barplot over 10 mest flyvende lande</a:t>
            </a:r>
          </a:p>
          <a:p>
            <a:pPr marL="742950" indent="-742950">
              <a:buFont typeface="+mj-lt"/>
              <a:buAutoNum type="arabicPeriod"/>
            </a:pPr>
            <a:r>
              <a:rPr lang="da-DK" sz="2000"/>
              <a:t>Find et flys icao24 på Flightradar24.com og slå det op</a:t>
            </a:r>
          </a:p>
          <a:p>
            <a:pPr marL="742950" indent="-742950">
              <a:buFont typeface="+mj-lt"/>
              <a:buAutoNum type="arabicPeriod"/>
            </a:pPr>
            <a:r>
              <a:rPr lang="da-DK" sz="2000"/>
              <a:t>Lav en funktion så man kan slå icao,startid,endtid op</a:t>
            </a:r>
          </a:p>
          <a:p>
            <a:pPr marL="1200150" lvl="1" indent="-742950">
              <a:buFont typeface="+mj-lt"/>
              <a:buAutoNum type="arabicPeriod"/>
            </a:pPr>
            <a:r>
              <a:rPr lang="da-DK" sz="2000"/>
              <a:t>Eksempel: res=getFlight("896174",1730013733,1730158120)</a:t>
            </a:r>
          </a:p>
          <a:p>
            <a:pPr marL="1200150" lvl="1" indent="-742950">
              <a:buFont typeface="+mj-lt"/>
              <a:buAutoNum type="arabicPeriod"/>
            </a:pPr>
            <a:r>
              <a:rPr lang="da-DK" sz="2000"/>
              <a:t>Vis ved din funktion at Taylor Swift fløj i sit privatfly den 1. april 2021.</a:t>
            </a:r>
          </a:p>
          <a:p>
            <a:pPr marL="742950" indent="-742950">
              <a:buFont typeface="+mj-lt"/>
              <a:buAutoNum type="arabicPeriod"/>
            </a:pPr>
            <a:r>
              <a:rPr lang="da-DK" sz="2000"/>
              <a:t>Læg funktionen ud i et script så det kan eksekveres som </a:t>
            </a:r>
          </a:p>
          <a:p>
            <a:pPr marL="1200150" lvl="1" indent="-742950">
              <a:buFont typeface="+mj-lt"/>
              <a:buAutoNum type="arabicPeriod"/>
            </a:pPr>
            <a:r>
              <a:rPr lang="da-DK" sz="2000"/>
              <a:t>Rscript getF.R "896174” 1730013733 1730158120</a:t>
            </a:r>
          </a:p>
        </p:txBody>
      </p:sp>
      <p:pic>
        <p:nvPicPr>
          <p:cNvPr id="5" name="Billede 4" descr="Et billede, der indeholder tekst, kvittering, Font/skrifttype, skærmbillede&#10;&#10;Automatisk genereret beskrivelse">
            <a:extLst>
              <a:ext uri="{FF2B5EF4-FFF2-40B4-BE49-F238E27FC236}">
                <a16:creationId xmlns:a16="http://schemas.microsoft.com/office/drawing/2014/main" id="{AA31EAF8-34DC-EE70-98F3-F8C6C243C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64" y="4859725"/>
            <a:ext cx="58293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5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kstfelt 15">
            <a:extLst>
              <a:ext uri="{FF2B5EF4-FFF2-40B4-BE49-F238E27FC236}">
                <a16:creationId xmlns:a16="http://schemas.microsoft.com/office/drawing/2014/main" id="{425CD32C-371D-6852-FE67-523453D60852}"/>
              </a:ext>
            </a:extLst>
          </p:cNvPr>
          <p:cNvSpPr txBox="1"/>
          <p:nvPr/>
        </p:nvSpPr>
        <p:spPr>
          <a:xfrm>
            <a:off x="1133486" y="6185955"/>
            <a:ext cx="398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/>
              <a:t>Response</a:t>
            </a:r>
          </a:p>
        </p:txBody>
      </p:sp>
      <p:pic>
        <p:nvPicPr>
          <p:cNvPr id="8" name="Billede 7" descr="Et billede, der indeholder bord&#10;&#10;Automatisk genereret beskrivelse">
            <a:extLst>
              <a:ext uri="{FF2B5EF4-FFF2-40B4-BE49-F238E27FC236}">
                <a16:creationId xmlns:a16="http://schemas.microsoft.com/office/drawing/2014/main" id="{C4983C28-8AB6-1BA3-8006-AF4B03FC4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704" y="1673326"/>
            <a:ext cx="5943600" cy="1384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Håndskrift 13">
                <a:extLst>
                  <a:ext uri="{FF2B5EF4-FFF2-40B4-BE49-F238E27FC236}">
                    <a16:creationId xmlns:a16="http://schemas.microsoft.com/office/drawing/2014/main" id="{7080D37C-22B1-4734-2E6E-6AC6A814960B}"/>
                  </a:ext>
                </a:extLst>
              </p14:cNvPr>
              <p14:cNvContentPartPr/>
              <p14:nvPr/>
            </p14:nvContentPartPr>
            <p14:xfrm>
              <a:off x="2941372" y="2381259"/>
              <a:ext cx="2201400" cy="385200"/>
            </p14:xfrm>
          </p:contentPart>
        </mc:Choice>
        <mc:Fallback xmlns="">
          <p:pic>
            <p:nvPicPr>
              <p:cNvPr id="14" name="Håndskrift 13">
                <a:extLst>
                  <a:ext uri="{FF2B5EF4-FFF2-40B4-BE49-F238E27FC236}">
                    <a16:creationId xmlns:a16="http://schemas.microsoft.com/office/drawing/2014/main" id="{7080D37C-22B1-4734-2E6E-6AC6A81496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2372" y="2372267"/>
                <a:ext cx="2219040" cy="402824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Billede 17" descr="Et billede, der indeholder tekst&#10;&#10;Automatisk genereret beskrivelse">
            <a:extLst>
              <a:ext uri="{FF2B5EF4-FFF2-40B4-BE49-F238E27FC236}">
                <a16:creationId xmlns:a16="http://schemas.microsoft.com/office/drawing/2014/main" id="{1D2BED80-1F57-D1DD-C318-78FE1B836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398" y="1817155"/>
            <a:ext cx="2603500" cy="4368800"/>
          </a:xfrm>
          <a:prstGeom prst="rect">
            <a:avLst/>
          </a:prstGeom>
        </p:spPr>
      </p:pic>
      <p:sp>
        <p:nvSpPr>
          <p:cNvPr id="22" name="Tekstfelt 21">
            <a:extLst>
              <a:ext uri="{FF2B5EF4-FFF2-40B4-BE49-F238E27FC236}">
                <a16:creationId xmlns:a16="http://schemas.microsoft.com/office/drawing/2014/main" id="{FDDF1F53-D85C-6A6B-1EA4-3143E13DD68F}"/>
              </a:ext>
            </a:extLst>
          </p:cNvPr>
          <p:cNvSpPr txBox="1"/>
          <p:nvPr/>
        </p:nvSpPr>
        <p:spPr>
          <a:xfrm>
            <a:off x="834113" y="420593"/>
            <a:ext cx="9065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>
                <a:solidFill>
                  <a:schemeClr val="accent4"/>
                </a:solidFill>
              </a:rPr>
              <a:t>Organizing API – Open Sky DEMO </a:t>
            </a:r>
            <a:r>
              <a:rPr lang="da-DK" sz="3200">
                <a:solidFill>
                  <a:schemeClr val="accent6"/>
                </a:solidFill>
              </a:rPr>
              <a:t>Find all SAS-flights </a:t>
            </a:r>
          </a:p>
        </p:txBody>
      </p:sp>
      <p:pic>
        <p:nvPicPr>
          <p:cNvPr id="4" name="Billede 3" descr="Et billede, der indeholder tekst&#10;&#10;Automatisk genereret beskrivelse">
            <a:extLst>
              <a:ext uri="{FF2B5EF4-FFF2-40B4-BE49-F238E27FC236}">
                <a16:creationId xmlns:a16="http://schemas.microsoft.com/office/drawing/2014/main" id="{2BD44C53-9271-D40F-E698-6F68560F40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2487" y="3578246"/>
            <a:ext cx="6163366" cy="1189127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867365AC-4FF8-B492-44F1-9F8C0B221E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2487" y="4987714"/>
            <a:ext cx="44069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94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C2CA3EAD-8D50-5D6B-148E-0C1D74666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14" y="1329633"/>
            <a:ext cx="6446731" cy="5528367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Data-retrieval CASE: OpenSky API</a:t>
            </a: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2DD7E3A8-C998-3D2D-0165-BE6FB4BE89B5}"/>
              </a:ext>
            </a:extLst>
          </p:cNvPr>
          <p:cNvSpPr txBox="1"/>
          <p:nvPr/>
        </p:nvSpPr>
        <p:spPr>
          <a:xfrm>
            <a:off x="4809056" y="2559340"/>
            <a:ext cx="68698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da-DK">
                <a:solidFill>
                  <a:schemeClr val="bg2"/>
                </a:solidFill>
              </a:rPr>
              <a:t>Hvor mange SAS fly er der i luften lige nu?</a:t>
            </a:r>
          </a:p>
          <a:p>
            <a:pPr marL="342900" indent="-342900">
              <a:buAutoNum type="arabicParenR"/>
            </a:pPr>
            <a:r>
              <a:rPr lang="da-DK"/>
              <a:t>Hvor mange flyver over Point Reyes i løbet af en time?</a:t>
            </a:r>
          </a:p>
          <a:p>
            <a:pPr marL="800100" lvl="1" indent="-342900">
              <a:buAutoNum type="arabicParenR"/>
            </a:pPr>
            <a:r>
              <a:rPr lang="da-DK"/>
              <a:t>i løbet af et minut</a:t>
            </a:r>
          </a:p>
          <a:p>
            <a:pPr marL="800100" lvl="1" indent="-342900">
              <a:buAutoNum type="arabicParenR"/>
            </a:pPr>
            <a:r>
              <a:rPr lang="da-DK"/>
              <a:t>i løbet af 3 døgn</a:t>
            </a:r>
          </a:p>
          <a:p>
            <a:pPr marL="1257300" lvl="2" indent="-342900">
              <a:buAutoNum type="arabicParenR"/>
            </a:pPr>
            <a:r>
              <a:rPr lang="da-DK"/>
              <a:t>lav et script som gemmer din dataframe i en fil</a:t>
            </a:r>
          </a:p>
          <a:p>
            <a:pPr marL="1257300" lvl="2" indent="-342900">
              <a:buAutoNum type="arabicParenR"/>
            </a:pPr>
            <a:r>
              <a:rPr lang="da-DK"/>
              <a:t>kør det i konsollen/terminal</a:t>
            </a:r>
          </a:p>
          <a:p>
            <a:pPr marL="342900" indent="-342900">
              <a:buAutoNum type="arabicParenR"/>
            </a:pPr>
            <a:r>
              <a:rPr lang="da-DK"/>
              <a:t>Find jeres eget område og sæt det op i et script (til fredag)</a:t>
            </a:r>
          </a:p>
          <a:p>
            <a:pPr marL="342900" indent="-342900">
              <a:buFontTx/>
              <a:buAutoNum type="arabicParenR"/>
            </a:pPr>
            <a:r>
              <a:rPr lang="da-DK">
                <a:solidFill>
                  <a:schemeClr val="bg2"/>
                </a:solidFill>
              </a:rPr>
              <a:t>Lav en liste over fly over DK</a:t>
            </a:r>
          </a:p>
          <a:p>
            <a:pPr marL="800100" lvl="1" indent="-342900">
              <a:buFontTx/>
              <a:buAutoNum type="arabicParenR"/>
            </a:pPr>
            <a:r>
              <a:rPr lang="da-DK">
                <a:solidFill>
                  <a:schemeClr val="bg2"/>
                </a:solidFill>
              </a:rPr>
              <a:t>Konstruér en algoritme som spotter ”cirklende” fly</a:t>
            </a:r>
          </a:p>
          <a:p>
            <a:pPr marL="800100" lvl="1" indent="-342900">
              <a:buAutoNum type="arabicParenR"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6267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kstfelt 15">
            <a:extLst>
              <a:ext uri="{FF2B5EF4-FFF2-40B4-BE49-F238E27FC236}">
                <a16:creationId xmlns:a16="http://schemas.microsoft.com/office/drawing/2014/main" id="{425CD32C-371D-6852-FE67-523453D60852}"/>
              </a:ext>
            </a:extLst>
          </p:cNvPr>
          <p:cNvSpPr txBox="1"/>
          <p:nvPr/>
        </p:nvSpPr>
        <p:spPr>
          <a:xfrm>
            <a:off x="1133486" y="6185955"/>
            <a:ext cx="398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/>
              <a:t>Response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E214BF5E-539B-2C6E-F7DB-4D1251BF481F}"/>
              </a:ext>
            </a:extLst>
          </p:cNvPr>
          <p:cNvSpPr txBox="1"/>
          <p:nvPr/>
        </p:nvSpPr>
        <p:spPr>
          <a:xfrm>
            <a:off x="520398" y="695643"/>
            <a:ext cx="41272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>
                <a:solidFill>
                  <a:srgbClr val="E74C3C"/>
                </a:solidFill>
                <a:effectLst/>
                <a:latin typeface="SFMono-Regular"/>
              </a:rPr>
              <a:t>https://opensky-network.org/api/states/all?lamin=45.8389&amp;lomin=5.9962&amp;lamax=47.8229&amp;lomax=10.5226</a:t>
            </a:r>
            <a:endParaRPr lang="da-DK"/>
          </a:p>
        </p:txBody>
      </p:sp>
      <p:pic>
        <p:nvPicPr>
          <p:cNvPr id="8" name="Billede 7" descr="Et billede, der indeholder bord&#10;&#10;Automatisk genereret beskrivelse">
            <a:extLst>
              <a:ext uri="{FF2B5EF4-FFF2-40B4-BE49-F238E27FC236}">
                <a16:creationId xmlns:a16="http://schemas.microsoft.com/office/drawing/2014/main" id="{C4983C28-8AB6-1BA3-8006-AF4B03FC4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704" y="1673326"/>
            <a:ext cx="5943600" cy="1384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Håndskrift 13">
                <a:extLst>
                  <a:ext uri="{FF2B5EF4-FFF2-40B4-BE49-F238E27FC236}">
                    <a16:creationId xmlns:a16="http://schemas.microsoft.com/office/drawing/2014/main" id="{7080D37C-22B1-4734-2E6E-6AC6A814960B}"/>
                  </a:ext>
                </a:extLst>
              </p14:cNvPr>
              <p14:cNvContentPartPr/>
              <p14:nvPr/>
            </p14:nvContentPartPr>
            <p14:xfrm>
              <a:off x="2941372" y="2381259"/>
              <a:ext cx="2201400" cy="385200"/>
            </p14:xfrm>
          </p:contentPart>
        </mc:Choice>
        <mc:Fallback xmlns="">
          <p:pic>
            <p:nvPicPr>
              <p:cNvPr id="14" name="Håndskrift 13">
                <a:extLst>
                  <a:ext uri="{FF2B5EF4-FFF2-40B4-BE49-F238E27FC236}">
                    <a16:creationId xmlns:a16="http://schemas.microsoft.com/office/drawing/2014/main" id="{7080D37C-22B1-4734-2E6E-6AC6A81496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2732" y="2372259"/>
                <a:ext cx="2219040" cy="40284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Billede 17" descr="Et billede, der indeholder tekst&#10;&#10;Automatisk genereret beskrivelse">
            <a:extLst>
              <a:ext uri="{FF2B5EF4-FFF2-40B4-BE49-F238E27FC236}">
                <a16:creationId xmlns:a16="http://schemas.microsoft.com/office/drawing/2014/main" id="{1D2BED80-1F57-D1DD-C318-78FE1B836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398" y="1817155"/>
            <a:ext cx="2603500" cy="4368800"/>
          </a:xfrm>
          <a:prstGeom prst="rect">
            <a:avLst/>
          </a:prstGeom>
        </p:spPr>
      </p:pic>
      <p:sp>
        <p:nvSpPr>
          <p:cNvPr id="22" name="Tekstfelt 21">
            <a:extLst>
              <a:ext uri="{FF2B5EF4-FFF2-40B4-BE49-F238E27FC236}">
                <a16:creationId xmlns:a16="http://schemas.microsoft.com/office/drawing/2014/main" id="{FDDF1F53-D85C-6A6B-1EA4-3143E13DD68F}"/>
              </a:ext>
            </a:extLst>
          </p:cNvPr>
          <p:cNvSpPr txBox="1"/>
          <p:nvPr/>
        </p:nvSpPr>
        <p:spPr>
          <a:xfrm>
            <a:off x="1570383" y="347870"/>
            <a:ext cx="1059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Request: </a:t>
            </a:r>
          </a:p>
        </p:txBody>
      </p:sp>
      <p:pic>
        <p:nvPicPr>
          <p:cNvPr id="24" name="Billede 23">
            <a:extLst>
              <a:ext uri="{FF2B5EF4-FFF2-40B4-BE49-F238E27FC236}">
                <a16:creationId xmlns:a16="http://schemas.microsoft.com/office/drawing/2014/main" id="{CC746F9F-A8F4-5524-D5A5-D249846DC7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304" y="114082"/>
            <a:ext cx="7772400" cy="923572"/>
          </a:xfrm>
          <a:prstGeom prst="rect">
            <a:avLst/>
          </a:prstGeom>
        </p:spPr>
      </p:pic>
      <p:grpSp>
        <p:nvGrpSpPr>
          <p:cNvPr id="27" name="Gruppe 26">
            <a:extLst>
              <a:ext uri="{FF2B5EF4-FFF2-40B4-BE49-F238E27FC236}">
                <a16:creationId xmlns:a16="http://schemas.microsoft.com/office/drawing/2014/main" id="{A7B35E2F-E940-3B4A-F1C4-679ECAE6E20D}"/>
              </a:ext>
            </a:extLst>
          </p:cNvPr>
          <p:cNvGrpSpPr/>
          <p:nvPr/>
        </p:nvGrpSpPr>
        <p:grpSpPr>
          <a:xfrm>
            <a:off x="1151092" y="2749899"/>
            <a:ext cx="4511880" cy="1691640"/>
            <a:chOff x="1151092" y="2749899"/>
            <a:chExt cx="4511880" cy="169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5" name="Håndskrift 24">
                  <a:extLst>
                    <a:ext uri="{FF2B5EF4-FFF2-40B4-BE49-F238E27FC236}">
                      <a16:creationId xmlns:a16="http://schemas.microsoft.com/office/drawing/2014/main" id="{31E40EB9-0B69-F69A-C533-ABB59B9D1025}"/>
                    </a:ext>
                  </a:extLst>
                </p14:cNvPr>
                <p14:cNvContentPartPr/>
                <p14:nvPr/>
              </p14:nvContentPartPr>
              <p14:xfrm>
                <a:off x="1151092" y="2749899"/>
                <a:ext cx="1874520" cy="541440"/>
              </p14:xfrm>
            </p:contentPart>
          </mc:Choice>
          <mc:Fallback xmlns="">
            <p:pic>
              <p:nvPicPr>
                <p:cNvPr id="25" name="Håndskrift 24">
                  <a:extLst>
                    <a:ext uri="{FF2B5EF4-FFF2-40B4-BE49-F238E27FC236}">
                      <a16:creationId xmlns:a16="http://schemas.microsoft.com/office/drawing/2014/main" id="{31E40EB9-0B69-F69A-C533-ABB59B9D102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42452" y="2740899"/>
                  <a:ext cx="189216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6" name="Håndskrift 25">
                  <a:extLst>
                    <a:ext uri="{FF2B5EF4-FFF2-40B4-BE49-F238E27FC236}">
                      <a16:creationId xmlns:a16="http://schemas.microsoft.com/office/drawing/2014/main" id="{FA94F09D-FABE-4FDF-6AD8-BC924A90C2F9}"/>
                    </a:ext>
                  </a:extLst>
                </p14:cNvPr>
                <p14:cNvContentPartPr/>
                <p14:nvPr/>
              </p14:nvContentPartPr>
              <p14:xfrm>
                <a:off x="2964052" y="3176499"/>
                <a:ext cx="2698920" cy="1265040"/>
              </p14:xfrm>
            </p:contentPart>
          </mc:Choice>
          <mc:Fallback xmlns="">
            <p:pic>
              <p:nvPicPr>
                <p:cNvPr id="26" name="Håndskrift 25">
                  <a:extLst>
                    <a:ext uri="{FF2B5EF4-FFF2-40B4-BE49-F238E27FC236}">
                      <a16:creationId xmlns:a16="http://schemas.microsoft.com/office/drawing/2014/main" id="{FA94F09D-FABE-4FDF-6AD8-BC924A90C2F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55412" y="3167859"/>
                  <a:ext cx="2716560" cy="1282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8" name="Tekstfelt 27">
            <a:extLst>
              <a:ext uri="{FF2B5EF4-FFF2-40B4-BE49-F238E27FC236}">
                <a16:creationId xmlns:a16="http://schemas.microsoft.com/office/drawing/2014/main" id="{D14459DB-EDFF-CB13-1946-91D998A26F7D}"/>
              </a:ext>
            </a:extLst>
          </p:cNvPr>
          <p:cNvSpPr txBox="1"/>
          <p:nvPr/>
        </p:nvSpPr>
        <p:spPr>
          <a:xfrm>
            <a:off x="6003235" y="4055165"/>
            <a:ext cx="244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/>
              <a:t>Hvad er det?</a:t>
            </a:r>
          </a:p>
        </p:txBody>
      </p:sp>
    </p:spTree>
    <p:extLst>
      <p:ext uri="{BB962C8B-B14F-4D97-AF65-F5344CB8AC3E}">
        <p14:creationId xmlns:p14="http://schemas.microsoft.com/office/powerpoint/2010/main" val="1743516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>
            <a:extLst>
              <a:ext uri="{FF2B5EF4-FFF2-40B4-BE49-F238E27FC236}">
                <a16:creationId xmlns:a16="http://schemas.microsoft.com/office/drawing/2014/main" id="{E214BF5E-539B-2C6E-F7DB-4D1251BF481F}"/>
              </a:ext>
            </a:extLst>
          </p:cNvPr>
          <p:cNvSpPr txBox="1"/>
          <p:nvPr/>
        </p:nvSpPr>
        <p:spPr>
          <a:xfrm>
            <a:off x="626165" y="2828835"/>
            <a:ext cx="41272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>
                <a:solidFill>
                  <a:srgbClr val="E74C3C"/>
                </a:solidFill>
                <a:effectLst/>
                <a:latin typeface="SFMono-Regular"/>
              </a:rPr>
              <a:t>https://opensky-network.org/api/states/all?lamin=45.8389&amp;lomin=5.9962&amp;lamax=47.8229&amp;lomax=10.5226</a:t>
            </a:r>
            <a:endParaRPr lang="da-DK"/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FDDF1F53-D85C-6A6B-1EA4-3143E13DD68F}"/>
              </a:ext>
            </a:extLst>
          </p:cNvPr>
          <p:cNvSpPr txBox="1"/>
          <p:nvPr/>
        </p:nvSpPr>
        <p:spPr>
          <a:xfrm>
            <a:off x="566485" y="377688"/>
            <a:ext cx="56499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>
                <a:solidFill>
                  <a:schemeClr val="accent6"/>
                </a:solidFill>
              </a:rPr>
              <a:t>Point Reyes flight-data-collection</a:t>
            </a:r>
          </a:p>
        </p:txBody>
      </p:sp>
      <p:pic>
        <p:nvPicPr>
          <p:cNvPr id="24" name="Billede 23">
            <a:extLst>
              <a:ext uri="{FF2B5EF4-FFF2-40B4-BE49-F238E27FC236}">
                <a16:creationId xmlns:a16="http://schemas.microsoft.com/office/drawing/2014/main" id="{CC746F9F-A8F4-5524-D5A5-D249846DC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93" y="1617395"/>
            <a:ext cx="7772400" cy="923572"/>
          </a:xfrm>
          <a:prstGeom prst="rect">
            <a:avLst/>
          </a:prstGeom>
        </p:spPr>
      </p:pic>
      <p:sp>
        <p:nvSpPr>
          <p:cNvPr id="2" name="Tekstfelt 1">
            <a:extLst>
              <a:ext uri="{FF2B5EF4-FFF2-40B4-BE49-F238E27FC236}">
                <a16:creationId xmlns:a16="http://schemas.microsoft.com/office/drawing/2014/main" id="{160FF5DC-BB3F-5794-60C5-6742A382F6D1}"/>
              </a:ext>
            </a:extLst>
          </p:cNvPr>
          <p:cNvSpPr txBox="1"/>
          <p:nvPr/>
        </p:nvSpPr>
        <p:spPr>
          <a:xfrm>
            <a:off x="626165" y="1222513"/>
            <a:ext cx="3037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/>
              <a:t>Fra api-dokumentation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9F1CE428-74B4-1417-BFEC-FA00DED77658}"/>
              </a:ext>
            </a:extLst>
          </p:cNvPr>
          <p:cNvSpPr txBox="1"/>
          <p:nvPr/>
        </p:nvSpPr>
        <p:spPr>
          <a:xfrm>
            <a:off x="626165" y="4132366"/>
            <a:ext cx="31755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Finde bbox omkring Point Reyes</a:t>
            </a:r>
          </a:p>
          <a:p>
            <a:r>
              <a:rPr lang="da-DK"/>
              <a:t>lamin=</a:t>
            </a:r>
          </a:p>
          <a:p>
            <a:r>
              <a:rPr lang="da-DK"/>
              <a:t>lamax=</a:t>
            </a:r>
          </a:p>
          <a:p>
            <a:r>
              <a:rPr lang="da-DK"/>
              <a:t>lomin=</a:t>
            </a:r>
          </a:p>
          <a:p>
            <a:r>
              <a:rPr lang="da-DK"/>
              <a:t>lomax=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E8FCF3F9-D1C8-5A62-5C09-9516EAF97058}"/>
              </a:ext>
            </a:extLst>
          </p:cNvPr>
          <p:cNvSpPr txBox="1"/>
          <p:nvPr/>
        </p:nvSpPr>
        <p:spPr>
          <a:xfrm>
            <a:off x="566485" y="585832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-123.143884,37.841183,-122.573969,38.228414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2341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kstfelt 21">
            <a:extLst>
              <a:ext uri="{FF2B5EF4-FFF2-40B4-BE49-F238E27FC236}">
                <a16:creationId xmlns:a16="http://schemas.microsoft.com/office/drawing/2014/main" id="{FDDF1F53-D85C-6A6B-1EA4-3143E13DD68F}"/>
              </a:ext>
            </a:extLst>
          </p:cNvPr>
          <p:cNvSpPr txBox="1"/>
          <p:nvPr/>
        </p:nvSpPr>
        <p:spPr>
          <a:xfrm>
            <a:off x="566485" y="377688"/>
            <a:ext cx="56499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>
                <a:solidFill>
                  <a:schemeClr val="accent6"/>
                </a:solidFill>
              </a:rPr>
              <a:t>Point Reyes flight-data-collection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9F1CE428-74B4-1417-BFEC-FA00DED77658}"/>
              </a:ext>
            </a:extLst>
          </p:cNvPr>
          <p:cNvSpPr txBox="1"/>
          <p:nvPr/>
        </p:nvSpPr>
        <p:spPr>
          <a:xfrm>
            <a:off x="566485" y="1494472"/>
            <a:ext cx="4162806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/>
              <a:t>Finde bbox omkring Point Reyes</a:t>
            </a:r>
          </a:p>
          <a:p>
            <a:endParaRPr lang="da-DK"/>
          </a:p>
          <a:p>
            <a:r>
              <a:rPr lang="da-DK"/>
              <a:t>lamin=</a:t>
            </a:r>
            <a:r>
              <a:rPr lang="da-DK" b="1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37.841183</a:t>
            </a:r>
            <a:endParaRPr lang="da-DK"/>
          </a:p>
          <a:p>
            <a:r>
              <a:rPr lang="da-DK"/>
              <a:t>lamax=</a:t>
            </a:r>
            <a:r>
              <a:rPr lang="da-DK" b="1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38.228414</a:t>
            </a:r>
            <a:endParaRPr lang="da-DK"/>
          </a:p>
          <a:p>
            <a:r>
              <a:rPr lang="da-DK"/>
              <a:t>lomin=</a:t>
            </a:r>
            <a:r>
              <a:rPr lang="da-DK" b="1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-123.143884</a:t>
            </a:r>
            <a:endParaRPr lang="da-DK"/>
          </a:p>
          <a:p>
            <a:r>
              <a:rPr lang="da-DK"/>
              <a:t>lomax=</a:t>
            </a:r>
            <a:r>
              <a:rPr lang="da-DK" b="1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-122.573969</a:t>
            </a:r>
            <a:endParaRPr lang="da-DK"/>
          </a:p>
        </p:txBody>
      </p:sp>
      <p:pic>
        <p:nvPicPr>
          <p:cNvPr id="9" name="Billede 8" descr="Et billede, der indeholder kort&#10;&#10;Automatisk genereret beskrivelse">
            <a:extLst>
              <a:ext uri="{FF2B5EF4-FFF2-40B4-BE49-F238E27FC236}">
                <a16:creationId xmlns:a16="http://schemas.microsoft.com/office/drawing/2014/main" id="{713C5FD7-6683-0487-7780-A9BAB22A3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184" y="1152939"/>
            <a:ext cx="6316363" cy="4959626"/>
          </a:xfrm>
          <a:prstGeom prst="rect">
            <a:avLst/>
          </a:prstGeom>
        </p:spPr>
      </p:pic>
      <p:pic>
        <p:nvPicPr>
          <p:cNvPr id="7" name="Billede 6" descr="Et billede, der indeholder transport, ballon, luftfartøj&#10;&#10;Automatisk genereret beskrivelse">
            <a:extLst>
              <a:ext uri="{FF2B5EF4-FFF2-40B4-BE49-F238E27FC236}">
                <a16:creationId xmlns:a16="http://schemas.microsoft.com/office/drawing/2014/main" id="{C9B8F779-FD0F-4037-B8B8-D10B4B3D6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66" y="3429000"/>
            <a:ext cx="4154556" cy="216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31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/>
              <a:t>Data-retrieval CASE: OpenSky API</a:t>
            </a:r>
            <a:br>
              <a:rPr lang="da-DK"/>
            </a:br>
            <a:r>
              <a:rPr lang="da-DK" sz="2700"/>
              <a:t>liste over Point Reyes</a:t>
            </a:r>
            <a:br>
              <a:rPr lang="da-DK"/>
            </a:br>
            <a:endParaRPr lang="da-DK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6FC79F15-9D11-60BE-7D2F-A744A4921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33" y="1690688"/>
            <a:ext cx="2513577" cy="3517348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212D0616-2712-C787-55D0-CE782694E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498" y="1087394"/>
            <a:ext cx="5652175" cy="505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04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5004-64FE-33D2-D5C3-1D9B29C14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 descr="Et billede, der indeholder kort, tekst, atlas&#10;&#10;Automatisk genereret beskrivelse">
            <a:extLst>
              <a:ext uri="{FF2B5EF4-FFF2-40B4-BE49-F238E27FC236}">
                <a16:creationId xmlns:a16="http://schemas.microsoft.com/office/drawing/2014/main" id="{47499B0E-D7BA-B835-52AC-4DBC8F005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04" y="489592"/>
            <a:ext cx="6713904" cy="3364777"/>
          </a:xfrm>
          <a:prstGeom prst="rect">
            <a:avLst/>
          </a:prstGeom>
        </p:spPr>
      </p:pic>
      <p:pic>
        <p:nvPicPr>
          <p:cNvPr id="6" name="Billede 5" descr="Et billede, der indeholder tekst, skærmbillede, kort, Font/skrifttype&#10;&#10;Automatisk genereret beskrivelse">
            <a:extLst>
              <a:ext uri="{FF2B5EF4-FFF2-40B4-BE49-F238E27FC236}">
                <a16:creationId xmlns:a16="http://schemas.microsoft.com/office/drawing/2014/main" id="{C139248A-00B9-B798-D44B-CE467D3B5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298" y="2711449"/>
            <a:ext cx="5300268" cy="336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87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/>
              <a:t>Data-retrieval CASE: OpenSky API</a:t>
            </a:r>
            <a:br>
              <a:rPr lang="da-DK"/>
            </a:br>
            <a:r>
              <a:rPr lang="da-DK" sz="2700"/>
              <a:t>Liste over fly som krydser eget spor</a:t>
            </a:r>
            <a:br>
              <a:rPr lang="da-DK"/>
            </a:br>
            <a:endParaRPr lang="da-DK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6FC79F15-9D11-60BE-7D2F-A744A4921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33" y="1690688"/>
            <a:ext cx="2513577" cy="3517348"/>
          </a:xfrm>
          <a:prstGeom prst="rect">
            <a:avLst/>
          </a:prstGeom>
        </p:spPr>
      </p:pic>
      <p:pic>
        <p:nvPicPr>
          <p:cNvPr id="5" name="Billede 4" descr="Et billede, der indeholder kort&#10;&#10;Automatisk genereret beskrivelse">
            <a:extLst>
              <a:ext uri="{FF2B5EF4-FFF2-40B4-BE49-F238E27FC236}">
                <a16:creationId xmlns:a16="http://schemas.microsoft.com/office/drawing/2014/main" id="{22999D66-2ED7-1CED-49B8-7BC99AC33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311" y="1432010"/>
            <a:ext cx="4722684" cy="483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67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/>
              <a:t>Data-retrieval CASE: OpenSky API II</a:t>
            </a:r>
            <a:br>
              <a:rPr lang="da-DK"/>
            </a:br>
            <a:r>
              <a:rPr lang="da-DK" sz="2700"/>
              <a:t>Liste over fly som krydser eget spor</a:t>
            </a:r>
            <a:br>
              <a:rPr lang="da-DK"/>
            </a:br>
            <a:endParaRPr lang="da-DK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9A2CEB6A-C4A0-241F-F38A-83DD40EA76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014"/>
          <a:stretch/>
        </p:blipFill>
        <p:spPr>
          <a:xfrm>
            <a:off x="926757" y="1378304"/>
            <a:ext cx="7772400" cy="1543800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536A0761-611E-5BE2-4A00-40C258A419BD}"/>
              </a:ext>
            </a:extLst>
          </p:cNvPr>
          <p:cNvSpPr txBox="1"/>
          <p:nvPr/>
        </p:nvSpPr>
        <p:spPr>
          <a:xfrm>
            <a:off x="926757" y="3148178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/>
              <a:t>totaldf &lt;- do.call('rbind',mydf)</a:t>
            </a:r>
          </a:p>
        </p:txBody>
      </p:sp>
      <p:pic>
        <p:nvPicPr>
          <p:cNvPr id="10" name="Billede 9" descr="Et billede, der indeholder bord&#10;&#10;Automatisk genereret beskrivelse">
            <a:extLst>
              <a:ext uri="{FF2B5EF4-FFF2-40B4-BE49-F238E27FC236}">
                <a16:creationId xmlns:a16="http://schemas.microsoft.com/office/drawing/2014/main" id="{7F63186A-E7B9-18FF-9A09-90FF79CF5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57" y="3743584"/>
            <a:ext cx="3251921" cy="2205209"/>
          </a:xfrm>
          <a:prstGeom prst="rect">
            <a:avLst/>
          </a:prstGeom>
        </p:spPr>
      </p:pic>
      <p:pic>
        <p:nvPicPr>
          <p:cNvPr id="12" name="Billede 11" descr="Et billede, der indeholder bord&#10;&#10;Automatisk genereret beskrivelse">
            <a:extLst>
              <a:ext uri="{FF2B5EF4-FFF2-40B4-BE49-F238E27FC236}">
                <a16:creationId xmlns:a16="http://schemas.microsoft.com/office/drawing/2014/main" id="{A0A95EA0-64E7-5DA2-4385-A0CF0CBA0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717" y="3935283"/>
            <a:ext cx="5041214" cy="1897330"/>
          </a:xfrm>
          <a:prstGeom prst="rect">
            <a:avLst/>
          </a:prstGeom>
        </p:spPr>
      </p:pic>
      <p:sp>
        <p:nvSpPr>
          <p:cNvPr id="14" name="Tekstfelt 13">
            <a:extLst>
              <a:ext uri="{FF2B5EF4-FFF2-40B4-BE49-F238E27FC236}">
                <a16:creationId xmlns:a16="http://schemas.microsoft.com/office/drawing/2014/main" id="{62393684-195D-D086-4D81-E70768FB3431}"/>
              </a:ext>
            </a:extLst>
          </p:cNvPr>
          <p:cNvSpPr txBox="1"/>
          <p:nvPr/>
        </p:nvSpPr>
        <p:spPr>
          <a:xfrm>
            <a:off x="5168347" y="3332844"/>
            <a:ext cx="5474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/>
              <a:t>as.POSIXct(as.numeric(pltdf[1,3]), origin="1970-01-01")</a:t>
            </a:r>
          </a:p>
        </p:txBody>
      </p:sp>
    </p:spTree>
    <p:extLst>
      <p:ext uri="{BB962C8B-B14F-4D97-AF65-F5344CB8AC3E}">
        <p14:creationId xmlns:p14="http://schemas.microsoft.com/office/powerpoint/2010/main" val="3517553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/>
              <a:t>Data-retrieval CASE: OpenSky API</a:t>
            </a:r>
            <a:br>
              <a:rPr lang="da-DK"/>
            </a:br>
            <a:r>
              <a:rPr lang="da-DK" sz="2700"/>
              <a:t>Liste over fly som krydser eget spor</a:t>
            </a:r>
            <a:br>
              <a:rPr lang="da-DK"/>
            </a:br>
            <a:endParaRPr lang="da-DK"/>
          </a:p>
        </p:txBody>
      </p:sp>
      <p:pic>
        <p:nvPicPr>
          <p:cNvPr id="5" name="Billede 4" descr="Et billede, der indeholder kort&#10;&#10;Automatisk genereret beskrivelse">
            <a:extLst>
              <a:ext uri="{FF2B5EF4-FFF2-40B4-BE49-F238E27FC236}">
                <a16:creationId xmlns:a16="http://schemas.microsoft.com/office/drawing/2014/main" id="{22999D66-2ED7-1CED-49B8-7BC99AC33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33" y="1510748"/>
            <a:ext cx="2771778" cy="2837253"/>
          </a:xfrm>
          <a:prstGeom prst="rect">
            <a:avLst/>
          </a:prstGeom>
        </p:spPr>
      </p:pic>
      <p:pic>
        <p:nvPicPr>
          <p:cNvPr id="6" name="Billede 5" descr="Et billede, der indeholder bord&#10;&#10;Automatisk genereret beskrivelse">
            <a:extLst>
              <a:ext uri="{FF2B5EF4-FFF2-40B4-BE49-F238E27FC236}">
                <a16:creationId xmlns:a16="http://schemas.microsoft.com/office/drawing/2014/main" id="{1FDDEBC1-ED4E-7D29-D091-A96868544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877" y="1510748"/>
            <a:ext cx="6725341" cy="2837253"/>
          </a:xfrm>
          <a:prstGeom prst="rect">
            <a:avLst/>
          </a:prstGeom>
        </p:spPr>
      </p:pic>
      <p:pic>
        <p:nvPicPr>
          <p:cNvPr id="8" name="Billede 7" descr="Et billede, der indeholder bord&#10;&#10;Automatisk genereret beskrivelse">
            <a:extLst>
              <a:ext uri="{FF2B5EF4-FFF2-40B4-BE49-F238E27FC236}">
                <a16:creationId xmlns:a16="http://schemas.microsoft.com/office/drawing/2014/main" id="{FE232CAF-DA43-84E0-A453-DEC057DEF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689" y="4853276"/>
            <a:ext cx="7942111" cy="15973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Håndskrift 8">
                <a:extLst>
                  <a:ext uri="{FF2B5EF4-FFF2-40B4-BE49-F238E27FC236}">
                    <a16:creationId xmlns:a16="http://schemas.microsoft.com/office/drawing/2014/main" id="{5E2A881D-3369-38EB-0541-02479656E4BF}"/>
                  </a:ext>
                </a:extLst>
              </p14:cNvPr>
              <p14:cNvContentPartPr/>
              <p14:nvPr/>
            </p14:nvContentPartPr>
            <p14:xfrm>
              <a:off x="9794374" y="1916932"/>
              <a:ext cx="146520" cy="974520"/>
            </p14:xfrm>
          </p:contentPart>
        </mc:Choice>
        <mc:Fallback xmlns="">
          <p:pic>
            <p:nvPicPr>
              <p:cNvPr id="9" name="Håndskrift 8">
                <a:extLst>
                  <a:ext uri="{FF2B5EF4-FFF2-40B4-BE49-F238E27FC236}">
                    <a16:creationId xmlns:a16="http://schemas.microsoft.com/office/drawing/2014/main" id="{5E2A881D-3369-38EB-0541-02479656E4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85374" y="1907932"/>
                <a:ext cx="164160" cy="9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Håndskrift 9">
                <a:extLst>
                  <a:ext uri="{FF2B5EF4-FFF2-40B4-BE49-F238E27FC236}">
                    <a16:creationId xmlns:a16="http://schemas.microsoft.com/office/drawing/2014/main" id="{A1F91AFE-D258-E93F-3E63-830DA2FAB186}"/>
                  </a:ext>
                </a:extLst>
              </p14:cNvPr>
              <p14:cNvContentPartPr/>
              <p14:nvPr/>
            </p14:nvContentPartPr>
            <p14:xfrm>
              <a:off x="9182374" y="1875532"/>
              <a:ext cx="592560" cy="91440"/>
            </p14:xfrm>
          </p:contentPart>
        </mc:Choice>
        <mc:Fallback xmlns="">
          <p:pic>
            <p:nvPicPr>
              <p:cNvPr id="10" name="Håndskrift 9">
                <a:extLst>
                  <a:ext uri="{FF2B5EF4-FFF2-40B4-BE49-F238E27FC236}">
                    <a16:creationId xmlns:a16="http://schemas.microsoft.com/office/drawing/2014/main" id="{A1F91AFE-D258-E93F-3E63-830DA2FAB1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46374" y="1803532"/>
                <a:ext cx="6642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Håndskrift 10">
                <a:extLst>
                  <a:ext uri="{FF2B5EF4-FFF2-40B4-BE49-F238E27FC236}">
                    <a16:creationId xmlns:a16="http://schemas.microsoft.com/office/drawing/2014/main" id="{BEF90ADF-E60B-1C65-CD1D-4DF528B61F10}"/>
                  </a:ext>
                </a:extLst>
              </p14:cNvPr>
              <p14:cNvContentPartPr/>
              <p14:nvPr/>
            </p14:nvContentPartPr>
            <p14:xfrm>
              <a:off x="9120814" y="2823772"/>
              <a:ext cx="659880" cy="28440"/>
            </p14:xfrm>
          </p:contentPart>
        </mc:Choice>
        <mc:Fallback xmlns="">
          <p:pic>
            <p:nvPicPr>
              <p:cNvPr id="11" name="Håndskrift 10">
                <a:extLst>
                  <a:ext uri="{FF2B5EF4-FFF2-40B4-BE49-F238E27FC236}">
                    <a16:creationId xmlns:a16="http://schemas.microsoft.com/office/drawing/2014/main" id="{BEF90ADF-E60B-1C65-CD1D-4DF528B61F1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84814" y="2752132"/>
                <a:ext cx="731520" cy="17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1767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/>
              <a:t>Data-retrieval CASE: OpenSky API</a:t>
            </a:r>
            <a:br>
              <a:rPr lang="da-DK"/>
            </a:br>
            <a:r>
              <a:rPr lang="da-DK" sz="2700"/>
              <a:t>Liste over fly som krydser eget spor</a:t>
            </a:r>
            <a:br>
              <a:rPr lang="da-DK"/>
            </a:br>
            <a:endParaRPr lang="da-DK"/>
          </a:p>
        </p:txBody>
      </p:sp>
      <p:pic>
        <p:nvPicPr>
          <p:cNvPr id="6" name="Billede 5" descr="Et billede, der indeholder tekst, skærmbillede, menu, dokument&#10;&#10;Automatisk genereret beskrivelse">
            <a:extLst>
              <a:ext uri="{FF2B5EF4-FFF2-40B4-BE49-F238E27FC236}">
                <a16:creationId xmlns:a16="http://schemas.microsoft.com/office/drawing/2014/main" id="{71FE11FF-97F9-43AF-6542-EF5FC0580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04" y="1621564"/>
            <a:ext cx="4480724" cy="2545866"/>
          </a:xfrm>
          <a:prstGeom prst="rect">
            <a:avLst/>
          </a:prstGeom>
        </p:spPr>
      </p:pic>
      <p:pic>
        <p:nvPicPr>
          <p:cNvPr id="8" name="Billede 7" descr="Et billede, der indeholder kort, tekst, atlas&#10;&#10;Automatisk genereret beskrivelse">
            <a:extLst>
              <a:ext uri="{FF2B5EF4-FFF2-40B4-BE49-F238E27FC236}">
                <a16:creationId xmlns:a16="http://schemas.microsoft.com/office/drawing/2014/main" id="{587932E3-B0C8-39D8-AE85-1E3A08A512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286"/>
          <a:stretch/>
        </p:blipFill>
        <p:spPr>
          <a:xfrm>
            <a:off x="5948232" y="1214002"/>
            <a:ext cx="2726211" cy="2485611"/>
          </a:xfrm>
          <a:prstGeom prst="rect">
            <a:avLst/>
          </a:prstGeom>
        </p:spPr>
      </p:pic>
      <p:pic>
        <p:nvPicPr>
          <p:cNvPr id="10" name="Billede 9" descr="Et billede, der indeholder kort, tekst, diagram, atlas&#10;&#10;Automatisk genereret beskrivelse">
            <a:extLst>
              <a:ext uri="{FF2B5EF4-FFF2-40B4-BE49-F238E27FC236}">
                <a16:creationId xmlns:a16="http://schemas.microsoft.com/office/drawing/2014/main" id="{1FBD48FA-0366-8FE6-8927-CBDFAD275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381" y="3732874"/>
            <a:ext cx="3283650" cy="30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930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04622F1-6A5C-5D7C-56CF-022EFCC5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801"/>
            <a:ext cx="10515600" cy="1004889"/>
          </a:xfrm>
        </p:spPr>
        <p:txBody>
          <a:bodyPr/>
          <a:lstStyle/>
          <a:p>
            <a:r>
              <a:rPr lang="da-DK"/>
              <a:t>Data-retrieval: Find et api og en historie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0BA92327-FEC1-B044-4832-534009277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21" y="1668260"/>
            <a:ext cx="6329749" cy="352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863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04622F1-6A5C-5D7C-56CF-022EFCC5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801"/>
            <a:ext cx="10515600" cy="1004889"/>
          </a:xfrm>
        </p:spPr>
        <p:txBody>
          <a:bodyPr/>
          <a:lstStyle/>
          <a:p>
            <a:r>
              <a:rPr lang="da-DK"/>
              <a:t>Data-retrieval: Find et api og en historie</a:t>
            </a: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C6848251-75A8-5BAC-6DC2-6F72BBC34781}"/>
              </a:ext>
            </a:extLst>
          </p:cNvPr>
          <p:cNvSpPr txBox="1"/>
          <p:nvPr/>
        </p:nvSpPr>
        <p:spPr>
          <a:xfrm>
            <a:off x="1075038" y="2150076"/>
            <a:ext cx="746274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>
                <a:hlinkClick r:id="rId2"/>
              </a:rPr>
              <a:t>https://openweathermap.org/api</a:t>
            </a:r>
            <a:endParaRPr lang="da-DK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Hvor stormer det lige nu?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>
                <a:hlinkClick r:id="rId3"/>
              </a:rPr>
              <a:t>https://api.smk.dk/api/v1/docs/#/Artists/searchPersons</a:t>
            </a:r>
            <a:endParaRPr lang="da-DK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Hvor mange værker er der af kvindelige kunstnere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Hvor god har man været til at købe kunst af kvinder op igennem tiden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>
                <a:hlinkClick r:id="rId4"/>
              </a:rPr>
              <a:t>https://data.smartdublin.ie/dublinbikes-api</a:t>
            </a:r>
            <a:endParaRPr lang="da-DK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Hvor mange cykler er ledige på Blessington Street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>
                <a:hlinkClick r:id="rId5"/>
              </a:rPr>
              <a:t>https://newsapi.org/</a:t>
            </a:r>
            <a:endParaRPr lang="da-DK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Hvor mange omtaler af Mette Frederiksen er der?</a:t>
            </a:r>
          </a:p>
        </p:txBody>
      </p:sp>
    </p:spTree>
    <p:extLst>
      <p:ext uri="{BB962C8B-B14F-4D97-AF65-F5344CB8AC3E}">
        <p14:creationId xmlns:p14="http://schemas.microsoft.com/office/powerpoint/2010/main" val="769774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26388</TotalTime>
  <Words>1272</Words>
  <Application>Microsoft Macintosh PowerPoint</Application>
  <PresentationFormat>Widescreen</PresentationFormat>
  <Paragraphs>186</Paragraphs>
  <Slides>33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9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33</vt:i4>
      </vt:variant>
    </vt:vector>
  </HeadingPairs>
  <TitlesOfParts>
    <vt:vector size="43" baseType="lpstr">
      <vt:lpstr>Carlito</vt:lpstr>
      <vt:lpstr>SFMono-Regular</vt:lpstr>
      <vt:lpstr>Arial</vt:lpstr>
      <vt:lpstr>Calibri</vt:lpstr>
      <vt:lpstr>Calibri Light</vt:lpstr>
      <vt:lpstr>Courier New</vt:lpstr>
      <vt:lpstr>Helvetica</vt:lpstr>
      <vt:lpstr>Verdana</vt:lpstr>
      <vt:lpstr>Wingdings</vt:lpstr>
      <vt:lpstr>Office-tema</vt:lpstr>
      <vt:lpstr>PowerPoint-præsentation</vt:lpstr>
      <vt:lpstr>PowerPoint-præsentation</vt:lpstr>
      <vt:lpstr>PowerPoint-præsentation</vt:lpstr>
      <vt:lpstr>Data science processen - en plan med seks  trin der er gennemgående i uddannelsen</vt:lpstr>
      <vt:lpstr>Data-retrieval</vt:lpstr>
      <vt:lpstr>Data-retrieval: Public API</vt:lpstr>
      <vt:lpstr>Data-retrieval: Public API -&gt; Investigate</vt:lpstr>
      <vt:lpstr>PowerPoint-præsentation</vt:lpstr>
      <vt:lpstr>PowerPoint-præsentation</vt:lpstr>
      <vt:lpstr>PowerPoint-præsentation</vt:lpstr>
      <vt:lpstr>Data-retrieval CASE: SMK API</vt:lpstr>
      <vt:lpstr>PowerPoint-præsentation</vt:lpstr>
      <vt:lpstr>PowerPoint-præsentation</vt:lpstr>
      <vt:lpstr>Data-retrieval CASE: SMK API</vt:lpstr>
      <vt:lpstr>PowerPoint-præsentation</vt:lpstr>
      <vt:lpstr>PowerPoint-præsentation</vt:lpstr>
      <vt:lpstr>PowerPoint-præsentation</vt:lpstr>
      <vt:lpstr>PowerPoint-præsentation</vt:lpstr>
      <vt:lpstr>Organizing API – Open Sky DEMO </vt:lpstr>
      <vt:lpstr>PowerPoint-præsentation</vt:lpstr>
      <vt:lpstr>PowerPoint-præsentation</vt:lpstr>
      <vt:lpstr>Data-retrieval CASE: OpenSky API</vt:lpstr>
      <vt:lpstr>PowerPoint-præsentation</vt:lpstr>
      <vt:lpstr>PowerPoint-præsentation</vt:lpstr>
      <vt:lpstr>PowerPoint-præsentation</vt:lpstr>
      <vt:lpstr>Data-retrieval CASE: OpenSky API liste over Point Reyes </vt:lpstr>
      <vt:lpstr>PowerPoint-præsentation</vt:lpstr>
      <vt:lpstr>Data-retrieval CASE: OpenSky API Liste over fly som krydser eget spor </vt:lpstr>
      <vt:lpstr>Data-retrieval CASE: OpenSky API II Liste over fly som krydser eget spor </vt:lpstr>
      <vt:lpstr>Data-retrieval CASE: OpenSky API Liste over fly som krydser eget spor </vt:lpstr>
      <vt:lpstr>Data-retrieval CASE: OpenSky API Liste over fly som krydser eget spor </vt:lpstr>
      <vt:lpstr>Data-retrieval: Find et api og en historie</vt:lpstr>
      <vt:lpstr>Data-retrieval: Find et api og en historie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Data-retrieval CASE: OpenSky API</dc:title>
  <dc:creator>Sofie Brosbøl Wulf</dc:creator>
  <cp:lastModifiedBy>Thorbjørn Wulf</cp:lastModifiedBy>
  <cp:revision>25</cp:revision>
  <cp:lastPrinted>2024-10-31T08:56:38Z</cp:lastPrinted>
  <dcterms:created xsi:type="dcterms:W3CDTF">2022-09-26T21:05:01Z</dcterms:created>
  <dcterms:modified xsi:type="dcterms:W3CDTF">2025-10-11T14:33:07Z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2025-10-11T14:31:32Z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11a93d33-1979-4c1b-99eb-f96957a07324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